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60" r:id="rId4"/>
    <p:sldId id="257" r:id="rId5"/>
    <p:sldId id="258" r:id="rId6"/>
    <p:sldId id="263" r:id="rId7"/>
    <p:sldId id="262" r:id="rId8"/>
    <p:sldId id="261" r:id="rId9"/>
    <p:sldId id="270" r:id="rId10"/>
    <p:sldId id="271" r:id="rId11"/>
    <p:sldId id="272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B0CF20-6A19-3D3A-33EB-590B210DBC51}" v="3" dt="2026-01-21T17:26:40.214"/>
    <p1510:client id="{CDAAAF70-E433-FA86-CA21-283F4A4A97D0}" v="455" dt="2026-01-21T15:18:36.687"/>
    <p1510:client id="{FB2B79AA-7DB2-3756-B55D-E6BB032139FD}" v="3" dt="2026-01-21T17:20:51.9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veen Thokala" userId="S::naveenkt23@iitk.ac.in::c742829e-cd9e-4c3b-9e55-9540e24b291e" providerId="AD" clId="Web-{6FAAFD35-9934-A07C-1915-384831A80178}"/>
    <pc:docChg chg="addSld modSld sldOrd">
      <pc:chgData name="Naveen Thokala" userId="S::naveenkt23@iitk.ac.in::c742829e-cd9e-4c3b-9e55-9540e24b291e" providerId="AD" clId="Web-{6FAAFD35-9934-A07C-1915-384831A80178}" dt="2026-01-18T14:42:34.090" v="343" actId="20577"/>
      <pc:docMkLst>
        <pc:docMk/>
      </pc:docMkLst>
      <pc:sldChg chg="modSp">
        <pc:chgData name="Naveen Thokala" userId="S::naveenkt23@iitk.ac.in::c742829e-cd9e-4c3b-9e55-9540e24b291e" providerId="AD" clId="Web-{6FAAFD35-9934-A07C-1915-384831A80178}" dt="2026-01-18T11:55:55.803" v="188" actId="20577"/>
        <pc:sldMkLst>
          <pc:docMk/>
          <pc:sldMk cId="109857222" sldId="256"/>
        </pc:sldMkLst>
        <pc:spChg chg="mod">
          <ac:chgData name="Naveen Thokala" userId="S::naveenkt23@iitk.ac.in::c742829e-cd9e-4c3b-9e55-9540e24b291e" providerId="AD" clId="Web-{6FAAFD35-9934-A07C-1915-384831A80178}" dt="2026-01-18T11:55:55.803" v="188" actId="20577"/>
          <ac:spMkLst>
            <pc:docMk/>
            <pc:sldMk cId="109857222" sldId="256"/>
            <ac:spMk id="2" creationId="{00000000-0000-0000-0000-000000000000}"/>
          </ac:spMkLst>
        </pc:spChg>
      </pc:sldChg>
      <pc:sldChg chg="addSp delSp modSp new mod setBg">
        <pc:chgData name="Naveen Thokala" userId="S::naveenkt23@iitk.ac.in::c742829e-cd9e-4c3b-9e55-9540e24b291e" providerId="AD" clId="Web-{6FAAFD35-9934-A07C-1915-384831A80178}" dt="2026-01-18T11:53:42.909" v="72" actId="14100"/>
        <pc:sldMkLst>
          <pc:docMk/>
          <pc:sldMk cId="2613040045" sldId="257"/>
        </pc:sldMkLst>
        <pc:spChg chg="mod">
          <ac:chgData name="Naveen Thokala" userId="S::naveenkt23@iitk.ac.in::c742829e-cd9e-4c3b-9e55-9540e24b291e" providerId="AD" clId="Web-{6FAAFD35-9934-A07C-1915-384831A80178}" dt="2026-01-18T11:49:17.102" v="16"/>
          <ac:spMkLst>
            <pc:docMk/>
            <pc:sldMk cId="2613040045" sldId="257"/>
            <ac:spMk id="2" creationId="{7B351BA4-179F-8D13-818C-93357E98A80D}"/>
          </ac:spMkLst>
        </pc:spChg>
        <pc:spChg chg="add mod">
          <ac:chgData name="Naveen Thokala" userId="S::naveenkt23@iitk.ac.in::c742829e-cd9e-4c3b-9e55-9540e24b291e" providerId="AD" clId="Web-{6FAAFD35-9934-A07C-1915-384831A80178}" dt="2026-01-18T11:50:11.087" v="23" actId="20577"/>
          <ac:spMkLst>
            <pc:docMk/>
            <pc:sldMk cId="2613040045" sldId="257"/>
            <ac:spMk id="7" creationId="{F713DAC7-C744-E803-8F25-28E9567E6DA4}"/>
          </ac:spMkLst>
        </pc:spChg>
        <pc:spChg chg="add mod">
          <ac:chgData name="Naveen Thokala" userId="S::naveenkt23@iitk.ac.in::c742829e-cd9e-4c3b-9e55-9540e24b291e" providerId="AD" clId="Web-{6FAAFD35-9934-A07C-1915-384831A80178}" dt="2026-01-18T11:50:31.462" v="31" actId="20577"/>
          <ac:spMkLst>
            <pc:docMk/>
            <pc:sldMk cId="2613040045" sldId="257"/>
            <ac:spMk id="8" creationId="{85A8DF22-8B4F-94B5-A8CC-4969BD1AEDBD}"/>
          </ac:spMkLst>
        </pc:spChg>
        <pc:spChg chg="add">
          <ac:chgData name="Naveen Thokala" userId="S::naveenkt23@iitk.ac.in::c742829e-cd9e-4c3b-9e55-9540e24b291e" providerId="AD" clId="Web-{6FAAFD35-9934-A07C-1915-384831A80178}" dt="2026-01-18T11:49:17.102" v="16"/>
          <ac:spMkLst>
            <pc:docMk/>
            <pc:sldMk cId="2613040045" sldId="257"/>
            <ac:spMk id="9" creationId="{A4AC5506-6312-4701-8D3C-40187889A947}"/>
          </ac:spMkLst>
        </pc:spChg>
        <pc:spChg chg="add mod">
          <ac:chgData name="Naveen Thokala" userId="S::naveenkt23@iitk.ac.in::c742829e-cd9e-4c3b-9e55-9540e24b291e" providerId="AD" clId="Web-{6FAAFD35-9934-A07C-1915-384831A80178}" dt="2026-01-18T11:51:16.743" v="35" actId="1076"/>
          <ac:spMkLst>
            <pc:docMk/>
            <pc:sldMk cId="2613040045" sldId="257"/>
            <ac:spMk id="10" creationId="{41870957-64B4-9A02-1FFA-35C27F38D830}"/>
          </ac:spMkLst>
        </pc:spChg>
        <pc:spChg chg="add mod">
          <ac:chgData name="Naveen Thokala" userId="S::naveenkt23@iitk.ac.in::c742829e-cd9e-4c3b-9e55-9540e24b291e" providerId="AD" clId="Web-{6FAAFD35-9934-A07C-1915-384831A80178}" dt="2026-01-18T11:51:22.587" v="37" actId="1076"/>
          <ac:spMkLst>
            <pc:docMk/>
            <pc:sldMk cId="2613040045" sldId="257"/>
            <ac:spMk id="11" creationId="{7A82BA31-BF00-CF0E-F8C5-68924F4EACD4}"/>
          </ac:spMkLst>
        </pc:spChg>
        <pc:spChg chg="add mod">
          <ac:chgData name="Naveen Thokala" userId="S::naveenkt23@iitk.ac.in::c742829e-cd9e-4c3b-9e55-9540e24b291e" providerId="AD" clId="Web-{6FAAFD35-9934-A07C-1915-384831A80178}" dt="2026-01-18T11:51:30.618" v="39" actId="1076"/>
          <ac:spMkLst>
            <pc:docMk/>
            <pc:sldMk cId="2613040045" sldId="257"/>
            <ac:spMk id="12" creationId="{4D001470-C13F-9684-D5D0-322E5F5C67C5}"/>
          </ac:spMkLst>
        </pc:spChg>
        <pc:spChg chg="add mod">
          <ac:chgData name="Naveen Thokala" userId="S::naveenkt23@iitk.ac.in::c742829e-cd9e-4c3b-9e55-9540e24b291e" providerId="AD" clId="Web-{6FAAFD35-9934-A07C-1915-384831A80178}" dt="2026-01-18T11:51:41.916" v="42" actId="1076"/>
          <ac:spMkLst>
            <pc:docMk/>
            <pc:sldMk cId="2613040045" sldId="257"/>
            <ac:spMk id="13" creationId="{EF5607CC-B3DF-61B9-EE79-43C99A7E0272}"/>
          </ac:spMkLst>
        </pc:spChg>
        <pc:spChg chg="add mod">
          <ac:chgData name="Naveen Thokala" userId="S::naveenkt23@iitk.ac.in::c742829e-cd9e-4c3b-9e55-9540e24b291e" providerId="AD" clId="Web-{6FAAFD35-9934-A07C-1915-384831A80178}" dt="2026-01-18T11:53:27.831" v="68" actId="1076"/>
          <ac:spMkLst>
            <pc:docMk/>
            <pc:sldMk cId="2613040045" sldId="257"/>
            <ac:spMk id="14" creationId="{7A11B587-3C2B-061B-B476-F042AA9032D3}"/>
          </ac:spMkLst>
        </pc:spChg>
        <pc:graphicFrameChg chg="add mod">
          <ac:chgData name="Naveen Thokala" userId="S::naveenkt23@iitk.ac.in::c742829e-cd9e-4c3b-9e55-9540e24b291e" providerId="AD" clId="Web-{6FAAFD35-9934-A07C-1915-384831A80178}" dt="2026-01-18T11:51:37.275" v="41" actId="1076"/>
          <ac:graphicFrameMkLst>
            <pc:docMk/>
            <pc:sldMk cId="2613040045" sldId="257"/>
            <ac:graphicFrameMk id="4" creationId="{97B03E02-3B0A-F8E2-FD10-9A8046D3E379}"/>
          </ac:graphicFrameMkLst>
        </pc:graphicFrameChg>
        <pc:cxnChg chg="add">
          <ac:chgData name="Naveen Thokala" userId="S::naveenkt23@iitk.ac.in::c742829e-cd9e-4c3b-9e55-9540e24b291e" providerId="AD" clId="Web-{6FAAFD35-9934-A07C-1915-384831A80178}" dt="2026-01-18T11:49:45.462" v="18"/>
          <ac:cxnSpMkLst>
            <pc:docMk/>
            <pc:sldMk cId="2613040045" sldId="257"/>
            <ac:cxnSpMk id="5" creationId="{52887B5B-EBE6-C79C-68BA-475ADC134DBD}"/>
          </ac:cxnSpMkLst>
        </pc:cxnChg>
        <pc:cxnChg chg="add mod">
          <ac:chgData name="Naveen Thokala" userId="S::naveenkt23@iitk.ac.in::c742829e-cd9e-4c3b-9e55-9540e24b291e" providerId="AD" clId="Web-{6FAAFD35-9934-A07C-1915-384831A80178}" dt="2026-01-18T11:49:53.133" v="20" actId="1076"/>
          <ac:cxnSpMkLst>
            <pc:docMk/>
            <pc:sldMk cId="2613040045" sldId="257"/>
            <ac:cxnSpMk id="6" creationId="{1CCB7615-BC71-EA73-01C7-8DEE0D74CF52}"/>
          </ac:cxnSpMkLst>
        </pc:cxnChg>
        <pc:cxnChg chg="add mod">
          <ac:chgData name="Naveen Thokala" userId="S::naveenkt23@iitk.ac.in::c742829e-cd9e-4c3b-9e55-9540e24b291e" providerId="AD" clId="Web-{6FAAFD35-9934-A07C-1915-384831A80178}" dt="2026-01-18T11:53:35.550" v="70" actId="14100"/>
          <ac:cxnSpMkLst>
            <pc:docMk/>
            <pc:sldMk cId="2613040045" sldId="257"/>
            <ac:cxnSpMk id="15" creationId="{B4A175ED-5CFC-7DF0-B47D-B33E56A93216}"/>
          </ac:cxnSpMkLst>
        </pc:cxnChg>
        <pc:cxnChg chg="add mod">
          <ac:chgData name="Naveen Thokala" userId="S::naveenkt23@iitk.ac.in::c742829e-cd9e-4c3b-9e55-9540e24b291e" providerId="AD" clId="Web-{6FAAFD35-9934-A07C-1915-384831A80178}" dt="2026-01-18T11:53:40.081" v="71" actId="14100"/>
          <ac:cxnSpMkLst>
            <pc:docMk/>
            <pc:sldMk cId="2613040045" sldId="257"/>
            <ac:cxnSpMk id="16" creationId="{6602BF5B-6CA6-9BEA-6443-8A3578D84CBC}"/>
          </ac:cxnSpMkLst>
        </pc:cxnChg>
        <pc:cxnChg chg="add mod">
          <ac:chgData name="Naveen Thokala" userId="S::naveenkt23@iitk.ac.in::c742829e-cd9e-4c3b-9e55-9540e24b291e" providerId="AD" clId="Web-{6FAAFD35-9934-A07C-1915-384831A80178}" dt="2026-01-18T11:53:32.721" v="69" actId="14100"/>
          <ac:cxnSpMkLst>
            <pc:docMk/>
            <pc:sldMk cId="2613040045" sldId="257"/>
            <ac:cxnSpMk id="17" creationId="{5C63094D-8BE9-03AB-DADC-EF5BB6FD6708}"/>
          </ac:cxnSpMkLst>
        </pc:cxnChg>
        <pc:cxnChg chg="add mod">
          <ac:chgData name="Naveen Thokala" userId="S::naveenkt23@iitk.ac.in::c742829e-cd9e-4c3b-9e55-9540e24b291e" providerId="AD" clId="Web-{6FAAFD35-9934-A07C-1915-384831A80178}" dt="2026-01-18T11:53:42.909" v="72" actId="14100"/>
          <ac:cxnSpMkLst>
            <pc:docMk/>
            <pc:sldMk cId="2613040045" sldId="257"/>
            <ac:cxnSpMk id="18" creationId="{5C8E6D22-741F-6B64-73DF-24FC2F2DDE11}"/>
          </ac:cxnSpMkLst>
        </pc:cxnChg>
      </pc:sldChg>
      <pc:sldChg chg="modSp new">
        <pc:chgData name="Naveen Thokala" userId="S::naveenkt23@iitk.ac.in::c742829e-cd9e-4c3b-9e55-9540e24b291e" providerId="AD" clId="Web-{6FAAFD35-9934-A07C-1915-384831A80178}" dt="2026-01-18T14:42:34.090" v="343" actId="20577"/>
        <pc:sldMkLst>
          <pc:docMk/>
          <pc:sldMk cId="1700758502" sldId="258"/>
        </pc:sldMkLst>
        <pc:spChg chg="mod">
          <ac:chgData name="Naveen Thokala" userId="S::naveenkt23@iitk.ac.in::c742829e-cd9e-4c3b-9e55-9540e24b291e" providerId="AD" clId="Web-{6FAAFD35-9934-A07C-1915-384831A80178}" dt="2026-01-18T13:47:33.269" v="341" actId="20577"/>
          <ac:spMkLst>
            <pc:docMk/>
            <pc:sldMk cId="1700758502" sldId="258"/>
            <ac:spMk id="2" creationId="{4575A5A5-5556-B29C-3FC5-5B1434083F2B}"/>
          </ac:spMkLst>
        </pc:spChg>
      </pc:sldChg>
      <pc:sldChg chg="modSp new ord">
        <pc:chgData name="Naveen Thokala" userId="S::naveenkt23@iitk.ac.in::c742829e-cd9e-4c3b-9e55-9540e24b291e" providerId="AD" clId="Web-{6FAAFD35-9934-A07C-1915-384831A80178}" dt="2026-01-18T11:55:41.256" v="176" actId="20577"/>
        <pc:sldMkLst>
          <pc:docMk/>
          <pc:sldMk cId="212177659" sldId="259"/>
        </pc:sldMkLst>
        <pc:spChg chg="mod">
          <ac:chgData name="Naveen Thokala" userId="S::naveenkt23@iitk.ac.in::c742829e-cd9e-4c3b-9e55-9540e24b291e" providerId="AD" clId="Web-{6FAAFD35-9934-A07C-1915-384831A80178}" dt="2026-01-18T11:53:57.035" v="76" actId="20577"/>
          <ac:spMkLst>
            <pc:docMk/>
            <pc:sldMk cId="212177659" sldId="259"/>
            <ac:spMk id="2" creationId="{4A62D0FF-6909-DF1C-5BDC-93BE686BF164}"/>
          </ac:spMkLst>
        </pc:spChg>
        <pc:spChg chg="mod">
          <ac:chgData name="Naveen Thokala" userId="S::naveenkt23@iitk.ac.in::c742829e-cd9e-4c3b-9e55-9540e24b291e" providerId="AD" clId="Web-{6FAAFD35-9934-A07C-1915-384831A80178}" dt="2026-01-18T11:55:41.256" v="176" actId="20577"/>
          <ac:spMkLst>
            <pc:docMk/>
            <pc:sldMk cId="212177659" sldId="259"/>
            <ac:spMk id="3" creationId="{56540241-558A-CE0C-1F01-3056B75D6CBB}"/>
          </ac:spMkLst>
        </pc:spChg>
      </pc:sldChg>
      <pc:sldChg chg="modSp new">
        <pc:chgData name="Naveen Thokala" userId="S::naveenkt23@iitk.ac.in::c742829e-cd9e-4c3b-9e55-9540e24b291e" providerId="AD" clId="Web-{6FAAFD35-9934-A07C-1915-384831A80178}" dt="2026-01-18T13:45:04.013" v="329" actId="20577"/>
        <pc:sldMkLst>
          <pc:docMk/>
          <pc:sldMk cId="149714584" sldId="260"/>
        </pc:sldMkLst>
        <pc:spChg chg="mod">
          <ac:chgData name="Naveen Thokala" userId="S::naveenkt23@iitk.ac.in::c742829e-cd9e-4c3b-9e55-9540e24b291e" providerId="AD" clId="Web-{6FAAFD35-9934-A07C-1915-384831A80178}" dt="2026-01-18T13:43:40.386" v="233" actId="20577"/>
          <ac:spMkLst>
            <pc:docMk/>
            <pc:sldMk cId="149714584" sldId="260"/>
            <ac:spMk id="2" creationId="{6450C2D2-410D-FC13-2BA2-AC7BE256FFA1}"/>
          </ac:spMkLst>
        </pc:spChg>
        <pc:spChg chg="mod">
          <ac:chgData name="Naveen Thokala" userId="S::naveenkt23@iitk.ac.in::c742829e-cd9e-4c3b-9e55-9540e24b291e" providerId="AD" clId="Web-{6FAAFD35-9934-A07C-1915-384831A80178}" dt="2026-01-18T13:45:04.013" v="329" actId="20577"/>
          <ac:spMkLst>
            <pc:docMk/>
            <pc:sldMk cId="149714584" sldId="260"/>
            <ac:spMk id="3" creationId="{94A6F633-1727-611C-7995-F61B72B1ACA7}"/>
          </ac:spMkLst>
        </pc:spChg>
      </pc:sldChg>
    </pc:docChg>
  </pc:docChgLst>
  <pc:docChgLst>
    <pc:chgData name="Naveen Thokala" userId="S::naveenkt23@iitk.ac.in::c742829e-cd9e-4c3b-9e55-9540e24b291e" providerId="AD" clId="Web-{2585BF5A-9E51-1AE3-DBA4-750F6191376D}"/>
    <pc:docChg chg="addSld modSld">
      <pc:chgData name="Naveen Thokala" userId="S::naveenkt23@iitk.ac.in::c742829e-cd9e-4c3b-9e55-9540e24b291e" providerId="AD" clId="Web-{2585BF5A-9E51-1AE3-DBA4-750F6191376D}" dt="2026-01-19T16:26:07.049" v="243"/>
      <pc:docMkLst>
        <pc:docMk/>
      </pc:docMkLst>
      <pc:sldChg chg="addSp delSp modSp">
        <pc:chgData name="Naveen Thokala" userId="S::naveenkt23@iitk.ac.in::c742829e-cd9e-4c3b-9e55-9540e24b291e" providerId="AD" clId="Web-{2585BF5A-9E51-1AE3-DBA4-750F6191376D}" dt="2026-01-19T16:25:44.627" v="237"/>
        <pc:sldMkLst>
          <pc:docMk/>
          <pc:sldMk cId="1700758502" sldId="258"/>
        </pc:sldMkLst>
      </pc:sldChg>
      <pc:sldChg chg="addSp delSp modSp new mod setBg">
        <pc:chgData name="Naveen Thokala" userId="S::naveenkt23@iitk.ac.in::c742829e-cd9e-4c3b-9e55-9540e24b291e" providerId="AD" clId="Web-{2585BF5A-9E51-1AE3-DBA4-750F6191376D}" dt="2026-01-19T16:01:11.731" v="229" actId="1076"/>
        <pc:sldMkLst>
          <pc:docMk/>
          <pc:sldMk cId="1697016208" sldId="261"/>
        </pc:sldMkLst>
        <pc:spChg chg="mod">
          <ac:chgData name="Naveen Thokala" userId="S::naveenkt23@iitk.ac.in::c742829e-cd9e-4c3b-9e55-9540e24b291e" providerId="AD" clId="Web-{2585BF5A-9E51-1AE3-DBA4-750F6191376D}" dt="2026-01-19T15:59:37.287" v="16"/>
          <ac:spMkLst>
            <pc:docMk/>
            <pc:sldMk cId="1697016208" sldId="261"/>
            <ac:spMk id="2" creationId="{06F0D13F-BCD4-CA75-5C99-823B1931CEC6}"/>
          </ac:spMkLst>
        </pc:spChg>
        <pc:graphicFrameChg chg="add mod modGraphic">
          <ac:chgData name="Naveen Thokala" userId="S::naveenkt23@iitk.ac.in::c742829e-cd9e-4c3b-9e55-9540e24b291e" providerId="AD" clId="Web-{2585BF5A-9E51-1AE3-DBA4-750F6191376D}" dt="2026-01-19T16:01:11.731" v="229" actId="1076"/>
          <ac:graphicFrameMkLst>
            <pc:docMk/>
            <pc:sldMk cId="1697016208" sldId="261"/>
            <ac:graphicFrameMk id="10" creationId="{94C437F9-427D-1FBE-53BA-5EBFBD4EAD40}"/>
          </ac:graphicFrameMkLst>
        </pc:graphicFrameChg>
      </pc:sldChg>
      <pc:sldChg chg="addSp delSp modSp new mod setBg">
        <pc:chgData name="Naveen Thokala" userId="S::naveenkt23@iitk.ac.in::c742829e-cd9e-4c3b-9e55-9540e24b291e" providerId="AD" clId="Web-{2585BF5A-9E51-1AE3-DBA4-750F6191376D}" dt="2026-01-19T16:09:45.372" v="235"/>
        <pc:sldMkLst>
          <pc:docMk/>
          <pc:sldMk cId="809433537" sldId="262"/>
        </pc:sldMkLst>
        <pc:spChg chg="mod">
          <ac:chgData name="Naveen Thokala" userId="S::naveenkt23@iitk.ac.in::c742829e-cd9e-4c3b-9e55-9540e24b291e" providerId="AD" clId="Web-{2585BF5A-9E51-1AE3-DBA4-750F6191376D}" dt="2026-01-19T16:09:45.372" v="235"/>
          <ac:spMkLst>
            <pc:docMk/>
            <pc:sldMk cId="809433537" sldId="262"/>
            <ac:spMk id="2" creationId="{19FFA8AF-C67E-6421-806F-65333D942FBF}"/>
          </ac:spMkLst>
        </pc:spChg>
        <pc:picChg chg="add mod">
          <ac:chgData name="Naveen Thokala" userId="S::naveenkt23@iitk.ac.in::c742829e-cd9e-4c3b-9e55-9540e24b291e" providerId="AD" clId="Web-{2585BF5A-9E51-1AE3-DBA4-750F6191376D}" dt="2026-01-19T16:09:45.372" v="235"/>
          <ac:picMkLst>
            <pc:docMk/>
            <pc:sldMk cId="809433537" sldId="262"/>
            <ac:picMk id="4" creationId="{095A8629-F8EF-A96F-C42F-6A46A56C163C}"/>
          </ac:picMkLst>
        </pc:picChg>
      </pc:sldChg>
      <pc:sldChg chg="addSp delSp modSp new mod setBg">
        <pc:chgData name="Naveen Thokala" userId="S::naveenkt23@iitk.ac.in::c742829e-cd9e-4c3b-9e55-9540e24b291e" providerId="AD" clId="Web-{2585BF5A-9E51-1AE3-DBA4-750F6191376D}" dt="2026-01-19T16:26:07.049" v="243"/>
        <pc:sldMkLst>
          <pc:docMk/>
          <pc:sldMk cId="900385900" sldId="263"/>
        </pc:sldMkLst>
        <pc:spChg chg="mod">
          <ac:chgData name="Naveen Thokala" userId="S::naveenkt23@iitk.ac.in::c742829e-cd9e-4c3b-9e55-9540e24b291e" providerId="AD" clId="Web-{2585BF5A-9E51-1AE3-DBA4-750F6191376D}" dt="2026-01-19T16:26:07.049" v="243"/>
          <ac:spMkLst>
            <pc:docMk/>
            <pc:sldMk cId="900385900" sldId="263"/>
            <ac:spMk id="2" creationId="{48917318-1074-2862-5AAC-07F14875D9D3}"/>
          </ac:spMkLst>
        </pc:spChg>
        <pc:picChg chg="add mod">
          <ac:chgData name="Naveen Thokala" userId="S::naveenkt23@iitk.ac.in::c742829e-cd9e-4c3b-9e55-9540e24b291e" providerId="AD" clId="Web-{2585BF5A-9E51-1AE3-DBA4-750F6191376D}" dt="2026-01-19T16:26:07.049" v="243"/>
          <ac:picMkLst>
            <pc:docMk/>
            <pc:sldMk cId="900385900" sldId="263"/>
            <ac:picMk id="4" creationId="{F7A79ECF-29C4-4B79-21B1-6B77E65D6756}"/>
          </ac:picMkLst>
        </pc:picChg>
      </pc:sldChg>
    </pc:docChg>
  </pc:docChgLst>
  <pc:docChgLst>
    <pc:chgData name="Naveen Thokala" userId="S::naveenkt23@iitk.ac.in::c742829e-cd9e-4c3b-9e55-9540e24b291e" providerId="AD" clId="Web-{08B0CF20-6A19-3D3A-33EB-590B210DBC51}"/>
    <pc:docChg chg="modSld">
      <pc:chgData name="Naveen Thokala" userId="S::naveenkt23@iitk.ac.in::c742829e-cd9e-4c3b-9e55-9540e24b291e" providerId="AD" clId="Web-{08B0CF20-6A19-3D3A-33EB-590B210DBC51}" dt="2026-01-21T17:26:42.964" v="2"/>
      <pc:docMkLst>
        <pc:docMk/>
      </pc:docMkLst>
      <pc:sldChg chg="addSp delSp modSp">
        <pc:chgData name="Naveen Thokala" userId="S::naveenkt23@iitk.ac.in::c742829e-cd9e-4c3b-9e55-9540e24b291e" providerId="AD" clId="Web-{08B0CF20-6A19-3D3A-33EB-590B210DBC51}" dt="2026-01-21T17:26:42.964" v="2"/>
        <pc:sldMkLst>
          <pc:docMk/>
          <pc:sldMk cId="3280771643" sldId="264"/>
        </pc:sldMkLst>
        <pc:spChg chg="mod">
          <ac:chgData name="Naveen Thokala" userId="S::naveenkt23@iitk.ac.in::c742829e-cd9e-4c3b-9e55-9540e24b291e" providerId="AD" clId="Web-{08B0CF20-6A19-3D3A-33EB-590B210DBC51}" dt="2026-01-21T17:26:42.964" v="2"/>
          <ac:spMkLst>
            <pc:docMk/>
            <pc:sldMk cId="3280771643" sldId="264"/>
            <ac:spMk id="2" creationId="{D7569B18-5D83-AC52-095F-34B937F66588}"/>
          </ac:spMkLst>
        </pc:spChg>
        <pc:spChg chg="del">
          <ac:chgData name="Naveen Thokala" userId="S::naveenkt23@iitk.ac.in::c742829e-cd9e-4c3b-9e55-9540e24b291e" providerId="AD" clId="Web-{08B0CF20-6A19-3D3A-33EB-590B210DBC51}" dt="2026-01-21T17:26:42.964" v="2"/>
          <ac:spMkLst>
            <pc:docMk/>
            <pc:sldMk cId="3280771643" sldId="264"/>
            <ac:spMk id="28" creationId="{BA79A7CF-01AF-4178-9369-94E0C90EB046}"/>
          </ac:spMkLst>
        </pc:spChg>
        <pc:spChg chg="del">
          <ac:chgData name="Naveen Thokala" userId="S::naveenkt23@iitk.ac.in::c742829e-cd9e-4c3b-9e55-9540e24b291e" providerId="AD" clId="Web-{08B0CF20-6A19-3D3A-33EB-590B210DBC51}" dt="2026-01-21T17:26:42.964" v="2"/>
          <ac:spMkLst>
            <pc:docMk/>
            <pc:sldMk cId="3280771643" sldId="264"/>
            <ac:spMk id="30" creationId="{99413ED5-9ED4-4772-BCE4-2BCAE6B12E35}"/>
          </ac:spMkLst>
        </pc:spChg>
        <pc:spChg chg="del">
          <ac:chgData name="Naveen Thokala" userId="S::naveenkt23@iitk.ac.in::c742829e-cd9e-4c3b-9e55-9540e24b291e" providerId="AD" clId="Web-{08B0CF20-6A19-3D3A-33EB-590B210DBC51}" dt="2026-01-21T17:26:42.964" v="2"/>
          <ac:spMkLst>
            <pc:docMk/>
            <pc:sldMk cId="3280771643" sldId="264"/>
            <ac:spMk id="32" creationId="{04357C93-F0CB-4A1C-8F77-4E9063789819}"/>
          </ac:spMkLst>
        </pc:spChg>
        <pc:spChg chg="del">
          <ac:chgData name="Naveen Thokala" userId="S::naveenkt23@iitk.ac.in::c742829e-cd9e-4c3b-9e55-9540e24b291e" providerId="AD" clId="Web-{08B0CF20-6A19-3D3A-33EB-590B210DBC51}" dt="2026-01-21T17:26:42.964" v="2"/>
          <ac:spMkLst>
            <pc:docMk/>
            <pc:sldMk cId="3280771643" sldId="264"/>
            <ac:spMk id="34" creationId="{90F533E9-6690-41A8-A372-4C6C622D028D}"/>
          </ac:spMkLst>
        </pc:spChg>
        <pc:spChg chg="add">
          <ac:chgData name="Naveen Thokala" userId="S::naveenkt23@iitk.ac.in::c742829e-cd9e-4c3b-9e55-9540e24b291e" providerId="AD" clId="Web-{08B0CF20-6A19-3D3A-33EB-590B210DBC51}" dt="2026-01-21T17:26:42.964" v="2"/>
          <ac:spMkLst>
            <pc:docMk/>
            <pc:sldMk cId="3280771643" sldId="264"/>
            <ac:spMk id="39" creationId="{BCED4D40-4B67-4331-AC48-79B82B4A47D8}"/>
          </ac:spMkLst>
        </pc:spChg>
        <pc:spChg chg="add">
          <ac:chgData name="Naveen Thokala" userId="S::naveenkt23@iitk.ac.in::c742829e-cd9e-4c3b-9e55-9540e24b291e" providerId="AD" clId="Web-{08B0CF20-6A19-3D3A-33EB-590B210DBC51}" dt="2026-01-21T17:26:42.964" v="2"/>
          <ac:spMkLst>
            <pc:docMk/>
            <pc:sldMk cId="3280771643" sldId="264"/>
            <ac:spMk id="41" creationId="{670CEDEF-4F34-412E-84EE-329C1E936AF5}"/>
          </ac:spMkLst>
        </pc:spChg>
        <pc:picChg chg="del">
          <ac:chgData name="Naveen Thokala" userId="S::naveenkt23@iitk.ac.in::c742829e-cd9e-4c3b-9e55-9540e24b291e" providerId="AD" clId="Web-{08B0CF20-6A19-3D3A-33EB-590B210DBC51}" dt="2026-01-21T17:26:37.245" v="0"/>
          <ac:picMkLst>
            <pc:docMk/>
            <pc:sldMk cId="3280771643" sldId="264"/>
            <ac:picMk id="3" creationId="{F597CFB4-21B7-9FCA-81A8-BB5C687A26B8}"/>
          </ac:picMkLst>
        </pc:picChg>
        <pc:picChg chg="add mod">
          <ac:chgData name="Naveen Thokala" userId="S::naveenkt23@iitk.ac.in::c742829e-cd9e-4c3b-9e55-9540e24b291e" providerId="AD" clId="Web-{08B0CF20-6A19-3D3A-33EB-590B210DBC51}" dt="2026-01-21T17:26:42.964" v="2"/>
          <ac:picMkLst>
            <pc:docMk/>
            <pc:sldMk cId="3280771643" sldId="264"/>
            <ac:picMk id="4" creationId="{F7EE15CB-6D3E-1B57-C36D-94772E202B22}"/>
          </ac:picMkLst>
        </pc:picChg>
      </pc:sldChg>
    </pc:docChg>
  </pc:docChgLst>
  <pc:docChgLst>
    <pc:chgData name="Naveen Thokala" userId="S::naveenkt23@iitk.ac.in::c742829e-cd9e-4c3b-9e55-9540e24b291e" providerId="AD" clId="Web-{FB2B79AA-7DB2-3756-B55D-E6BB032139FD}"/>
    <pc:docChg chg="modSld">
      <pc:chgData name="Naveen Thokala" userId="S::naveenkt23@iitk.ac.in::c742829e-cd9e-4c3b-9e55-9540e24b291e" providerId="AD" clId="Web-{FB2B79AA-7DB2-3756-B55D-E6BB032139FD}" dt="2026-01-21T17:21:16.171" v="3"/>
      <pc:docMkLst>
        <pc:docMk/>
      </pc:docMkLst>
      <pc:sldChg chg="addSp delSp modSp">
        <pc:chgData name="Naveen Thokala" userId="S::naveenkt23@iitk.ac.in::c742829e-cd9e-4c3b-9e55-9540e24b291e" providerId="AD" clId="Web-{FB2B79AA-7DB2-3756-B55D-E6BB032139FD}" dt="2026-01-21T17:21:16.171" v="3"/>
        <pc:sldMkLst>
          <pc:docMk/>
          <pc:sldMk cId="3280771643" sldId="264"/>
        </pc:sldMkLst>
        <pc:spChg chg="mod ord">
          <ac:chgData name="Naveen Thokala" userId="S::naveenkt23@iitk.ac.in::c742829e-cd9e-4c3b-9e55-9540e24b291e" providerId="AD" clId="Web-{FB2B79AA-7DB2-3756-B55D-E6BB032139FD}" dt="2026-01-21T17:21:16.171" v="3"/>
          <ac:spMkLst>
            <pc:docMk/>
            <pc:sldMk cId="3280771643" sldId="264"/>
            <ac:spMk id="2" creationId="{D7569B18-5D83-AC52-095F-34B937F66588}"/>
          </ac:spMkLst>
        </pc:spChg>
        <pc:spChg chg="del">
          <ac:chgData name="Naveen Thokala" userId="S::naveenkt23@iitk.ac.in::c742829e-cd9e-4c3b-9e55-9540e24b291e" providerId="AD" clId="Web-{FB2B79AA-7DB2-3756-B55D-E6BB032139FD}" dt="2026-01-21T17:21:06.327" v="2"/>
          <ac:spMkLst>
            <pc:docMk/>
            <pc:sldMk cId="3280771643" sldId="264"/>
            <ac:spMk id="14" creationId="{A4AC5506-6312-4701-8D3C-40187889A947}"/>
          </ac:spMkLst>
        </pc:spChg>
        <pc:spChg chg="add del">
          <ac:chgData name="Naveen Thokala" userId="S::naveenkt23@iitk.ac.in::c742829e-cd9e-4c3b-9e55-9540e24b291e" providerId="AD" clId="Web-{FB2B79AA-7DB2-3756-B55D-E6BB032139FD}" dt="2026-01-21T17:21:16.171" v="3"/>
          <ac:spMkLst>
            <pc:docMk/>
            <pc:sldMk cId="3280771643" sldId="264"/>
            <ac:spMk id="19" creationId="{37C89E4B-3C9F-44B9-8B86-D9E3D112D8EC}"/>
          </ac:spMkLst>
        </pc:spChg>
        <pc:spChg chg="add">
          <ac:chgData name="Naveen Thokala" userId="S::naveenkt23@iitk.ac.in::c742829e-cd9e-4c3b-9e55-9540e24b291e" providerId="AD" clId="Web-{FB2B79AA-7DB2-3756-B55D-E6BB032139FD}" dt="2026-01-21T17:21:16.171" v="3"/>
          <ac:spMkLst>
            <pc:docMk/>
            <pc:sldMk cId="3280771643" sldId="264"/>
            <ac:spMk id="28" creationId="{BA79A7CF-01AF-4178-9369-94E0C90EB046}"/>
          </ac:spMkLst>
        </pc:spChg>
        <pc:spChg chg="add">
          <ac:chgData name="Naveen Thokala" userId="S::naveenkt23@iitk.ac.in::c742829e-cd9e-4c3b-9e55-9540e24b291e" providerId="AD" clId="Web-{FB2B79AA-7DB2-3756-B55D-E6BB032139FD}" dt="2026-01-21T17:21:16.171" v="3"/>
          <ac:spMkLst>
            <pc:docMk/>
            <pc:sldMk cId="3280771643" sldId="264"/>
            <ac:spMk id="30" creationId="{99413ED5-9ED4-4772-BCE4-2BCAE6B12E35}"/>
          </ac:spMkLst>
        </pc:spChg>
        <pc:spChg chg="add">
          <ac:chgData name="Naveen Thokala" userId="S::naveenkt23@iitk.ac.in::c742829e-cd9e-4c3b-9e55-9540e24b291e" providerId="AD" clId="Web-{FB2B79AA-7DB2-3756-B55D-E6BB032139FD}" dt="2026-01-21T17:21:16.171" v="3"/>
          <ac:spMkLst>
            <pc:docMk/>
            <pc:sldMk cId="3280771643" sldId="264"/>
            <ac:spMk id="32" creationId="{04357C93-F0CB-4A1C-8F77-4E9063789819}"/>
          </ac:spMkLst>
        </pc:spChg>
        <pc:spChg chg="add">
          <ac:chgData name="Naveen Thokala" userId="S::naveenkt23@iitk.ac.in::c742829e-cd9e-4c3b-9e55-9540e24b291e" providerId="AD" clId="Web-{FB2B79AA-7DB2-3756-B55D-E6BB032139FD}" dt="2026-01-21T17:21:16.171" v="3"/>
          <ac:spMkLst>
            <pc:docMk/>
            <pc:sldMk cId="3280771643" sldId="264"/>
            <ac:spMk id="34" creationId="{90F533E9-6690-41A8-A372-4C6C622D028D}"/>
          </ac:spMkLst>
        </pc:spChg>
        <pc:picChg chg="add mod ord">
          <ac:chgData name="Naveen Thokala" userId="S::naveenkt23@iitk.ac.in::c742829e-cd9e-4c3b-9e55-9540e24b291e" providerId="AD" clId="Web-{FB2B79AA-7DB2-3756-B55D-E6BB032139FD}" dt="2026-01-21T17:21:16.171" v="3"/>
          <ac:picMkLst>
            <pc:docMk/>
            <pc:sldMk cId="3280771643" sldId="264"/>
            <ac:picMk id="3" creationId="{F597CFB4-21B7-9FCA-81A8-BB5C687A26B8}"/>
          </ac:picMkLst>
        </pc:picChg>
        <pc:picChg chg="del">
          <ac:chgData name="Naveen Thokala" userId="S::naveenkt23@iitk.ac.in::c742829e-cd9e-4c3b-9e55-9540e24b291e" providerId="AD" clId="Web-{FB2B79AA-7DB2-3756-B55D-E6BB032139FD}" dt="2026-01-21T17:20:48.480" v="0"/>
          <ac:picMkLst>
            <pc:docMk/>
            <pc:sldMk cId="3280771643" sldId="264"/>
            <ac:picMk id="4" creationId="{2954154C-7188-B07F-E19F-4534D9F2B158}"/>
          </ac:picMkLst>
        </pc:picChg>
        <pc:cxnChg chg="add del">
          <ac:chgData name="Naveen Thokala" userId="S::naveenkt23@iitk.ac.in::c742829e-cd9e-4c3b-9e55-9540e24b291e" providerId="AD" clId="Web-{FB2B79AA-7DB2-3756-B55D-E6BB032139FD}" dt="2026-01-21T17:21:16.171" v="3"/>
          <ac:cxnSpMkLst>
            <pc:docMk/>
            <pc:sldMk cId="3280771643" sldId="264"/>
            <ac:cxnSpMk id="21" creationId="{AA2EAA10-076F-46BD-8F0F-B9A2FB77A85C}"/>
          </ac:cxnSpMkLst>
        </pc:cxnChg>
        <pc:cxnChg chg="add del">
          <ac:chgData name="Naveen Thokala" userId="S::naveenkt23@iitk.ac.in::c742829e-cd9e-4c3b-9e55-9540e24b291e" providerId="AD" clId="Web-{FB2B79AA-7DB2-3756-B55D-E6BB032139FD}" dt="2026-01-21T17:21:16.171" v="3"/>
          <ac:cxnSpMkLst>
            <pc:docMk/>
            <pc:sldMk cId="3280771643" sldId="264"/>
            <ac:cxnSpMk id="23" creationId="{D891E407-403B-4764-86C9-33A56D3BCAA3}"/>
          </ac:cxnSpMkLst>
        </pc:cxnChg>
      </pc:sldChg>
    </pc:docChg>
  </pc:docChgLst>
  <pc:docChgLst>
    <pc:chgData name="Naveen Thokala" userId="S::naveenkt23@iitk.ac.in::c742829e-cd9e-4c3b-9e55-9540e24b291e" providerId="AD" clId="Web-{CDAAAF70-E433-FA86-CA21-283F4A4A97D0}"/>
    <pc:docChg chg="addSld delSld modSld">
      <pc:chgData name="Naveen Thokala" userId="S::naveenkt23@iitk.ac.in::c742829e-cd9e-4c3b-9e55-9540e24b291e" providerId="AD" clId="Web-{CDAAAF70-E433-FA86-CA21-283F4A4A97D0}" dt="2026-01-21T15:18:40.984" v="409"/>
      <pc:docMkLst>
        <pc:docMk/>
      </pc:docMkLst>
      <pc:sldChg chg="addSp modSp mod setBg">
        <pc:chgData name="Naveen Thokala" userId="S::naveenkt23@iitk.ac.in::c742829e-cd9e-4c3b-9e55-9540e24b291e" providerId="AD" clId="Web-{CDAAAF70-E433-FA86-CA21-283F4A4A97D0}" dt="2026-01-21T15:15:22.607" v="282" actId="20577"/>
        <pc:sldMkLst>
          <pc:docMk/>
          <pc:sldMk cId="109857222" sldId="256"/>
        </pc:sldMkLst>
        <pc:spChg chg="mod">
          <ac:chgData name="Naveen Thokala" userId="S::naveenkt23@iitk.ac.in::c742829e-cd9e-4c3b-9e55-9540e24b291e" providerId="AD" clId="Web-{CDAAAF70-E433-FA86-CA21-283F4A4A97D0}" dt="2026-01-21T15:15:22.607" v="282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Naveen Thokala" userId="S::naveenkt23@iitk.ac.in::c742829e-cd9e-4c3b-9e55-9540e24b291e" providerId="AD" clId="Web-{CDAAAF70-E433-FA86-CA21-283F4A4A97D0}" dt="2026-01-21T15:15:08.185" v="266"/>
          <ac:spMkLst>
            <pc:docMk/>
            <pc:sldMk cId="109857222" sldId="256"/>
            <ac:spMk id="3" creationId="{00000000-0000-0000-0000-000000000000}"/>
          </ac:spMkLst>
        </pc:spChg>
        <pc:spChg chg="add">
          <ac:chgData name="Naveen Thokala" userId="S::naveenkt23@iitk.ac.in::c742829e-cd9e-4c3b-9e55-9540e24b291e" providerId="AD" clId="Web-{CDAAAF70-E433-FA86-CA21-283F4A4A97D0}" dt="2026-01-21T15:15:08.185" v="266"/>
          <ac:spMkLst>
            <pc:docMk/>
            <pc:sldMk cId="109857222" sldId="256"/>
            <ac:spMk id="8" creationId="{3677BAFB-3BD3-41BB-9107-FAE224AE21C4}"/>
          </ac:spMkLst>
        </pc:spChg>
        <pc:spChg chg="add">
          <ac:chgData name="Naveen Thokala" userId="S::naveenkt23@iitk.ac.in::c742829e-cd9e-4c3b-9e55-9540e24b291e" providerId="AD" clId="Web-{CDAAAF70-E433-FA86-CA21-283F4A4A97D0}" dt="2026-01-21T15:15:08.185" v="266"/>
          <ac:spMkLst>
            <pc:docMk/>
            <pc:sldMk cId="109857222" sldId="256"/>
            <ac:spMk id="10" creationId="{E6823A9B-C188-42D4-847C-3AD928DB145C}"/>
          </ac:spMkLst>
        </pc:spChg>
        <pc:spChg chg="add">
          <ac:chgData name="Naveen Thokala" userId="S::naveenkt23@iitk.ac.in::c742829e-cd9e-4c3b-9e55-9540e24b291e" providerId="AD" clId="Web-{CDAAAF70-E433-FA86-CA21-283F4A4A97D0}" dt="2026-01-21T15:15:08.185" v="266"/>
          <ac:spMkLst>
            <pc:docMk/>
            <pc:sldMk cId="109857222" sldId="256"/>
            <ac:spMk id="12" creationId="{34B557F3-1A0C-4749-A6DB-EAC082DF390B}"/>
          </ac:spMkLst>
        </pc:spChg>
        <pc:spChg chg="add">
          <ac:chgData name="Naveen Thokala" userId="S::naveenkt23@iitk.ac.in::c742829e-cd9e-4c3b-9e55-9540e24b291e" providerId="AD" clId="Web-{CDAAAF70-E433-FA86-CA21-283F4A4A97D0}" dt="2026-01-21T15:15:08.185" v="266"/>
          <ac:spMkLst>
            <pc:docMk/>
            <pc:sldMk cId="109857222" sldId="256"/>
            <ac:spMk id="14" creationId="{55D55AA6-3751-494F-868A-DCEDC5CE82BF}"/>
          </ac:spMkLst>
        </pc:spChg>
        <pc:spChg chg="add">
          <ac:chgData name="Naveen Thokala" userId="S::naveenkt23@iitk.ac.in::c742829e-cd9e-4c3b-9e55-9540e24b291e" providerId="AD" clId="Web-{CDAAAF70-E433-FA86-CA21-283F4A4A97D0}" dt="2026-01-21T15:15:08.185" v="266"/>
          <ac:spMkLst>
            <pc:docMk/>
            <pc:sldMk cId="109857222" sldId="256"/>
            <ac:spMk id="16" creationId="{4D4C00DC-4DC6-4CD2-9E31-F17E6CEBC5A6}"/>
          </ac:spMkLst>
        </pc:spChg>
        <pc:spChg chg="add">
          <ac:chgData name="Naveen Thokala" userId="S::naveenkt23@iitk.ac.in::c742829e-cd9e-4c3b-9e55-9540e24b291e" providerId="AD" clId="Web-{CDAAAF70-E433-FA86-CA21-283F4A4A97D0}" dt="2026-01-21T15:15:08.185" v="266"/>
          <ac:spMkLst>
            <pc:docMk/>
            <pc:sldMk cId="109857222" sldId="256"/>
            <ac:spMk id="18" creationId="{D82AB1B2-7970-42CF-8BF5-567C69E9FFFB}"/>
          </ac:spMkLst>
        </pc:spChg>
        <pc:spChg chg="add">
          <ac:chgData name="Naveen Thokala" userId="S::naveenkt23@iitk.ac.in::c742829e-cd9e-4c3b-9e55-9540e24b291e" providerId="AD" clId="Web-{CDAAAF70-E433-FA86-CA21-283F4A4A97D0}" dt="2026-01-21T15:15:08.185" v="266"/>
          <ac:spMkLst>
            <pc:docMk/>
            <pc:sldMk cId="109857222" sldId="256"/>
            <ac:spMk id="24" creationId="{C10FB9CA-E7FA-462C-B537-F1224ED1ACF4}"/>
          </ac:spMkLst>
        </pc:spChg>
        <pc:spChg chg="add">
          <ac:chgData name="Naveen Thokala" userId="S::naveenkt23@iitk.ac.in::c742829e-cd9e-4c3b-9e55-9540e24b291e" providerId="AD" clId="Web-{CDAAAF70-E433-FA86-CA21-283F4A4A97D0}" dt="2026-01-21T15:15:08.185" v="266"/>
          <ac:spMkLst>
            <pc:docMk/>
            <pc:sldMk cId="109857222" sldId="256"/>
            <ac:spMk id="26" creationId="{D8469AE7-A75B-4F37-850B-EF5974ABED2C}"/>
          </ac:spMkLst>
        </pc:spChg>
      </pc:sldChg>
      <pc:sldChg chg="addSp delSp modSp mod setBg">
        <pc:chgData name="Naveen Thokala" userId="S::naveenkt23@iitk.ac.in::c742829e-cd9e-4c3b-9e55-9540e24b291e" providerId="AD" clId="Web-{CDAAAF70-E433-FA86-CA21-283F4A4A97D0}" dt="2026-01-21T15:17:01.091" v="364"/>
        <pc:sldMkLst>
          <pc:docMk/>
          <pc:sldMk cId="1700758502" sldId="258"/>
        </pc:sldMkLst>
        <pc:spChg chg="mod">
          <ac:chgData name="Naveen Thokala" userId="S::naveenkt23@iitk.ac.in::c742829e-cd9e-4c3b-9e55-9540e24b291e" providerId="AD" clId="Web-{CDAAAF70-E433-FA86-CA21-283F4A4A97D0}" dt="2026-01-21T15:17:01.091" v="364"/>
          <ac:spMkLst>
            <pc:docMk/>
            <pc:sldMk cId="1700758502" sldId="258"/>
            <ac:spMk id="2" creationId="{4575A5A5-5556-B29C-3FC5-5B1434083F2B}"/>
          </ac:spMkLst>
        </pc:spChg>
        <pc:spChg chg="del">
          <ac:chgData name="Naveen Thokala" userId="S::naveenkt23@iitk.ac.in::c742829e-cd9e-4c3b-9e55-9540e24b291e" providerId="AD" clId="Web-{CDAAAF70-E433-FA86-CA21-283F4A4A97D0}" dt="2026-01-21T15:17:01.091" v="364"/>
          <ac:spMkLst>
            <pc:docMk/>
            <pc:sldMk cId="1700758502" sldId="258"/>
            <ac:spMk id="3" creationId="{025292B5-89A6-DF14-4548-2CCE3BBF23EA}"/>
          </ac:spMkLst>
        </pc:spChg>
        <pc:spChg chg="add">
          <ac:chgData name="Naveen Thokala" userId="S::naveenkt23@iitk.ac.in::c742829e-cd9e-4c3b-9e55-9540e24b291e" providerId="AD" clId="Web-{CDAAAF70-E433-FA86-CA21-283F4A4A97D0}" dt="2026-01-21T15:17:01.091" v="364"/>
          <ac:spMkLst>
            <pc:docMk/>
            <pc:sldMk cId="1700758502" sldId="258"/>
            <ac:spMk id="9" creationId="{545D489D-16E1-484D-867B-144368D74B83}"/>
          </ac:spMkLst>
        </pc:spChg>
        <pc:spChg chg="add">
          <ac:chgData name="Naveen Thokala" userId="S::naveenkt23@iitk.ac.in::c742829e-cd9e-4c3b-9e55-9540e24b291e" providerId="AD" clId="Web-{CDAAAF70-E433-FA86-CA21-283F4A4A97D0}" dt="2026-01-21T15:17:01.091" v="364"/>
          <ac:spMkLst>
            <pc:docMk/>
            <pc:sldMk cId="1700758502" sldId="258"/>
            <ac:spMk id="11" creationId="{49A496F5-B01E-4BF8-9D1E-C4E53B6F9652}"/>
          </ac:spMkLst>
        </pc:spChg>
        <pc:spChg chg="add">
          <ac:chgData name="Naveen Thokala" userId="S::naveenkt23@iitk.ac.in::c742829e-cd9e-4c3b-9e55-9540e24b291e" providerId="AD" clId="Web-{CDAAAF70-E433-FA86-CA21-283F4A4A97D0}" dt="2026-01-21T15:17:01.091" v="364"/>
          <ac:spMkLst>
            <pc:docMk/>
            <pc:sldMk cId="1700758502" sldId="258"/>
            <ac:spMk id="13" creationId="{6E895C8D-1379-40B8-8B1B-B6F5AEAF0A6C}"/>
          </ac:spMkLst>
        </pc:spChg>
        <pc:graphicFrameChg chg="add">
          <ac:chgData name="Naveen Thokala" userId="S::naveenkt23@iitk.ac.in::c742829e-cd9e-4c3b-9e55-9540e24b291e" providerId="AD" clId="Web-{CDAAAF70-E433-FA86-CA21-283F4A4A97D0}" dt="2026-01-21T15:17:01.091" v="364"/>
          <ac:graphicFrameMkLst>
            <pc:docMk/>
            <pc:sldMk cId="1700758502" sldId="258"/>
            <ac:graphicFrameMk id="5" creationId="{49F8BB94-BEF6-7A90-EF68-7E2BDB43DFF3}"/>
          </ac:graphicFrameMkLst>
        </pc:graphicFrameChg>
      </pc:sldChg>
      <pc:sldChg chg="addSp modSp mod setBg">
        <pc:chgData name="Naveen Thokala" userId="S::naveenkt23@iitk.ac.in::c742829e-cd9e-4c3b-9e55-9540e24b291e" providerId="AD" clId="Web-{CDAAAF70-E433-FA86-CA21-283F4A4A97D0}" dt="2026-01-21T15:16:41.716" v="362" actId="20577"/>
        <pc:sldMkLst>
          <pc:docMk/>
          <pc:sldMk cId="212177659" sldId="259"/>
        </pc:sldMkLst>
        <pc:spChg chg="mod">
          <ac:chgData name="Naveen Thokala" userId="S::naveenkt23@iitk.ac.in::c742829e-cd9e-4c3b-9e55-9540e24b291e" providerId="AD" clId="Web-{CDAAAF70-E433-FA86-CA21-283F4A4A97D0}" dt="2026-01-21T15:16:33.341" v="360"/>
          <ac:spMkLst>
            <pc:docMk/>
            <pc:sldMk cId="212177659" sldId="259"/>
            <ac:spMk id="2" creationId="{4A62D0FF-6909-DF1C-5BDC-93BE686BF164}"/>
          </ac:spMkLst>
        </pc:spChg>
        <pc:spChg chg="mod">
          <ac:chgData name="Naveen Thokala" userId="S::naveenkt23@iitk.ac.in::c742829e-cd9e-4c3b-9e55-9540e24b291e" providerId="AD" clId="Web-{CDAAAF70-E433-FA86-CA21-283F4A4A97D0}" dt="2026-01-21T15:16:41.716" v="362" actId="20577"/>
          <ac:spMkLst>
            <pc:docMk/>
            <pc:sldMk cId="212177659" sldId="259"/>
            <ac:spMk id="3" creationId="{56540241-558A-CE0C-1F01-3056B75D6CBB}"/>
          </ac:spMkLst>
        </pc:spChg>
        <pc:spChg chg="add">
          <ac:chgData name="Naveen Thokala" userId="S::naveenkt23@iitk.ac.in::c742829e-cd9e-4c3b-9e55-9540e24b291e" providerId="AD" clId="Web-{CDAAAF70-E433-FA86-CA21-283F4A4A97D0}" dt="2026-01-21T15:16:33.341" v="360"/>
          <ac:spMkLst>
            <pc:docMk/>
            <pc:sldMk cId="212177659" sldId="259"/>
            <ac:spMk id="8" creationId="{907EF6B7-1338-4443-8C46-6A318D952DFD}"/>
          </ac:spMkLst>
        </pc:spChg>
        <pc:spChg chg="add">
          <ac:chgData name="Naveen Thokala" userId="S::naveenkt23@iitk.ac.in::c742829e-cd9e-4c3b-9e55-9540e24b291e" providerId="AD" clId="Web-{CDAAAF70-E433-FA86-CA21-283F4A4A97D0}" dt="2026-01-21T15:16:33.341" v="360"/>
          <ac:spMkLst>
            <pc:docMk/>
            <pc:sldMk cId="212177659" sldId="259"/>
            <ac:spMk id="10" creationId="{DAAE4CDD-124C-4DCF-9584-B6033B545DD5}"/>
          </ac:spMkLst>
        </pc:spChg>
        <pc:spChg chg="add">
          <ac:chgData name="Naveen Thokala" userId="S::naveenkt23@iitk.ac.in::c742829e-cd9e-4c3b-9e55-9540e24b291e" providerId="AD" clId="Web-{CDAAAF70-E433-FA86-CA21-283F4A4A97D0}" dt="2026-01-21T15:16:33.341" v="360"/>
          <ac:spMkLst>
            <pc:docMk/>
            <pc:sldMk cId="212177659" sldId="259"/>
            <ac:spMk id="12" creationId="{081E4A58-353D-44AE-B2FC-2A74E2E400F7}"/>
          </ac:spMkLst>
        </pc:spChg>
      </pc:sldChg>
      <pc:sldChg chg="addSp modSp mod setBg">
        <pc:chgData name="Naveen Thokala" userId="S::naveenkt23@iitk.ac.in::c742829e-cd9e-4c3b-9e55-9540e24b291e" providerId="AD" clId="Web-{CDAAAF70-E433-FA86-CA21-283F4A4A97D0}" dt="2026-01-21T15:16:49.294" v="363"/>
        <pc:sldMkLst>
          <pc:docMk/>
          <pc:sldMk cId="149714584" sldId="260"/>
        </pc:sldMkLst>
        <pc:spChg chg="mod">
          <ac:chgData name="Naveen Thokala" userId="S::naveenkt23@iitk.ac.in::c742829e-cd9e-4c3b-9e55-9540e24b291e" providerId="AD" clId="Web-{CDAAAF70-E433-FA86-CA21-283F4A4A97D0}" dt="2026-01-21T15:16:49.294" v="363"/>
          <ac:spMkLst>
            <pc:docMk/>
            <pc:sldMk cId="149714584" sldId="260"/>
            <ac:spMk id="2" creationId="{6450C2D2-410D-FC13-2BA2-AC7BE256FFA1}"/>
          </ac:spMkLst>
        </pc:spChg>
        <pc:spChg chg="mod">
          <ac:chgData name="Naveen Thokala" userId="S::naveenkt23@iitk.ac.in::c742829e-cd9e-4c3b-9e55-9540e24b291e" providerId="AD" clId="Web-{CDAAAF70-E433-FA86-CA21-283F4A4A97D0}" dt="2026-01-21T15:16:49.294" v="363"/>
          <ac:spMkLst>
            <pc:docMk/>
            <pc:sldMk cId="149714584" sldId="260"/>
            <ac:spMk id="3" creationId="{94A6F633-1727-611C-7995-F61B72B1ACA7}"/>
          </ac:spMkLst>
        </pc:spChg>
        <pc:spChg chg="add">
          <ac:chgData name="Naveen Thokala" userId="S::naveenkt23@iitk.ac.in::c742829e-cd9e-4c3b-9e55-9540e24b291e" providerId="AD" clId="Web-{CDAAAF70-E433-FA86-CA21-283F4A4A97D0}" dt="2026-01-21T15:16:49.294" v="363"/>
          <ac:spMkLst>
            <pc:docMk/>
            <pc:sldMk cId="149714584" sldId="260"/>
            <ac:spMk id="8" creationId="{907EF6B7-1338-4443-8C46-6A318D952DFD}"/>
          </ac:spMkLst>
        </pc:spChg>
        <pc:spChg chg="add">
          <ac:chgData name="Naveen Thokala" userId="S::naveenkt23@iitk.ac.in::c742829e-cd9e-4c3b-9e55-9540e24b291e" providerId="AD" clId="Web-{CDAAAF70-E433-FA86-CA21-283F4A4A97D0}" dt="2026-01-21T15:16:49.294" v="363"/>
          <ac:spMkLst>
            <pc:docMk/>
            <pc:sldMk cId="149714584" sldId="260"/>
            <ac:spMk id="10" creationId="{DAAE4CDD-124C-4DCF-9584-B6033B545DD5}"/>
          </ac:spMkLst>
        </pc:spChg>
        <pc:spChg chg="add">
          <ac:chgData name="Naveen Thokala" userId="S::naveenkt23@iitk.ac.in::c742829e-cd9e-4c3b-9e55-9540e24b291e" providerId="AD" clId="Web-{CDAAAF70-E433-FA86-CA21-283F4A4A97D0}" dt="2026-01-21T15:16:49.294" v="363"/>
          <ac:spMkLst>
            <pc:docMk/>
            <pc:sldMk cId="149714584" sldId="260"/>
            <ac:spMk id="12" creationId="{081E4A58-353D-44AE-B2FC-2A74E2E400F7}"/>
          </ac:spMkLst>
        </pc:spChg>
      </pc:sldChg>
      <pc:sldChg chg="addSp delSp modSp">
        <pc:chgData name="Naveen Thokala" userId="S::naveenkt23@iitk.ac.in::c742829e-cd9e-4c3b-9e55-9540e24b291e" providerId="AD" clId="Web-{CDAAAF70-E433-FA86-CA21-283F4A4A97D0}" dt="2026-01-21T15:01:21.008" v="48"/>
        <pc:sldMkLst>
          <pc:docMk/>
          <pc:sldMk cId="1697016208" sldId="261"/>
        </pc:sldMkLst>
        <pc:spChg chg="mod">
          <ac:chgData name="Naveen Thokala" userId="S::naveenkt23@iitk.ac.in::c742829e-cd9e-4c3b-9e55-9540e24b291e" providerId="AD" clId="Web-{CDAAAF70-E433-FA86-CA21-283F4A4A97D0}" dt="2026-01-21T15:01:21.008" v="48"/>
          <ac:spMkLst>
            <pc:docMk/>
            <pc:sldMk cId="1697016208" sldId="261"/>
            <ac:spMk id="2" creationId="{06F0D13F-BCD4-CA75-5C99-823B1931CEC6}"/>
          </ac:spMkLst>
        </pc:spChg>
        <pc:spChg chg="del">
          <ac:chgData name="Naveen Thokala" userId="S::naveenkt23@iitk.ac.in::c742829e-cd9e-4c3b-9e55-9540e24b291e" providerId="AD" clId="Web-{CDAAAF70-E433-FA86-CA21-283F4A4A97D0}" dt="2026-01-21T15:01:21.008" v="48"/>
          <ac:spMkLst>
            <pc:docMk/>
            <pc:sldMk cId="1697016208" sldId="261"/>
            <ac:spMk id="22" creationId="{C59AB4C8-9178-4F7A-8404-6890510B5917}"/>
          </ac:spMkLst>
        </pc:spChg>
        <pc:spChg chg="del">
          <ac:chgData name="Naveen Thokala" userId="S::naveenkt23@iitk.ac.in::c742829e-cd9e-4c3b-9e55-9540e24b291e" providerId="AD" clId="Web-{CDAAAF70-E433-FA86-CA21-283F4A4A97D0}" dt="2026-01-21T15:01:21.008" v="48"/>
          <ac:spMkLst>
            <pc:docMk/>
            <pc:sldMk cId="1697016208" sldId="261"/>
            <ac:spMk id="24" creationId="{4CFDFB37-4BC7-42C6-915D-A6609139BFE7}"/>
          </ac:spMkLst>
        </pc:spChg>
        <pc:spChg chg="add">
          <ac:chgData name="Naveen Thokala" userId="S::naveenkt23@iitk.ac.in::c742829e-cd9e-4c3b-9e55-9540e24b291e" providerId="AD" clId="Web-{CDAAAF70-E433-FA86-CA21-283F4A4A97D0}" dt="2026-01-21T15:01:21.008" v="48"/>
          <ac:spMkLst>
            <pc:docMk/>
            <pc:sldMk cId="1697016208" sldId="261"/>
            <ac:spMk id="29" creationId="{A4AC5506-6312-4701-8D3C-40187889A947}"/>
          </ac:spMkLst>
        </pc:spChg>
        <pc:graphicFrameChg chg="mod modGraphic">
          <ac:chgData name="Naveen Thokala" userId="S::naveenkt23@iitk.ac.in::c742829e-cd9e-4c3b-9e55-9540e24b291e" providerId="AD" clId="Web-{CDAAAF70-E433-FA86-CA21-283F4A4A97D0}" dt="2026-01-21T15:01:21.008" v="48"/>
          <ac:graphicFrameMkLst>
            <pc:docMk/>
            <pc:sldMk cId="1697016208" sldId="261"/>
            <ac:graphicFrameMk id="10" creationId="{94C437F9-427D-1FBE-53BA-5EBFBD4EAD40}"/>
          </ac:graphicFrameMkLst>
        </pc:graphicFrameChg>
      </pc:sldChg>
      <pc:sldChg chg="addSp delSp modSp">
        <pc:chgData name="Naveen Thokala" userId="S::naveenkt23@iitk.ac.in::c742829e-cd9e-4c3b-9e55-9540e24b291e" providerId="AD" clId="Web-{CDAAAF70-E433-FA86-CA21-283F4A4A97D0}" dt="2026-01-21T15:18:40.984" v="409"/>
        <pc:sldMkLst>
          <pc:docMk/>
          <pc:sldMk cId="809433537" sldId="262"/>
        </pc:sldMkLst>
        <pc:spChg chg="mod">
          <ac:chgData name="Naveen Thokala" userId="S::naveenkt23@iitk.ac.in::c742829e-cd9e-4c3b-9e55-9540e24b291e" providerId="AD" clId="Web-{CDAAAF70-E433-FA86-CA21-283F4A4A97D0}" dt="2026-01-21T15:18:40.984" v="409"/>
          <ac:spMkLst>
            <pc:docMk/>
            <pc:sldMk cId="809433537" sldId="262"/>
            <ac:spMk id="2" creationId="{19FFA8AF-C67E-6421-806F-65333D942FBF}"/>
          </ac:spMkLst>
        </pc:spChg>
        <pc:spChg chg="del">
          <ac:chgData name="Naveen Thokala" userId="S::naveenkt23@iitk.ac.in::c742829e-cd9e-4c3b-9e55-9540e24b291e" providerId="AD" clId="Web-{CDAAAF70-E433-FA86-CA21-283F4A4A97D0}" dt="2026-01-21T15:18:40.984" v="409"/>
          <ac:spMkLst>
            <pc:docMk/>
            <pc:sldMk cId="809433537" sldId="262"/>
            <ac:spMk id="11" creationId="{49237091-E62C-4878-AA4C-0B9995ADB28F}"/>
          </ac:spMkLst>
        </pc:spChg>
        <pc:spChg chg="del">
          <ac:chgData name="Naveen Thokala" userId="S::naveenkt23@iitk.ac.in::c742829e-cd9e-4c3b-9e55-9540e24b291e" providerId="AD" clId="Web-{CDAAAF70-E433-FA86-CA21-283F4A4A97D0}" dt="2026-01-21T15:18:40.984" v="409"/>
          <ac:spMkLst>
            <pc:docMk/>
            <pc:sldMk cId="809433537" sldId="262"/>
            <ac:spMk id="12" creationId="{E8D41CF8-5232-42BC-8D05-AFEDE215398E}"/>
          </ac:spMkLst>
        </pc:spChg>
        <pc:spChg chg="add">
          <ac:chgData name="Naveen Thokala" userId="S::naveenkt23@iitk.ac.in::c742829e-cd9e-4c3b-9e55-9540e24b291e" providerId="AD" clId="Web-{CDAAAF70-E433-FA86-CA21-283F4A4A97D0}" dt="2026-01-21T15:18:40.984" v="409"/>
          <ac:spMkLst>
            <pc:docMk/>
            <pc:sldMk cId="809433537" sldId="262"/>
            <ac:spMk id="17" creationId="{A4AC5506-6312-4701-8D3C-40187889A947}"/>
          </ac:spMkLst>
        </pc:spChg>
        <pc:picChg chg="mod">
          <ac:chgData name="Naveen Thokala" userId="S::naveenkt23@iitk.ac.in::c742829e-cd9e-4c3b-9e55-9540e24b291e" providerId="AD" clId="Web-{CDAAAF70-E433-FA86-CA21-283F4A4A97D0}" dt="2026-01-21T15:18:40.984" v="409"/>
          <ac:picMkLst>
            <pc:docMk/>
            <pc:sldMk cId="809433537" sldId="262"/>
            <ac:picMk id="4" creationId="{095A8629-F8EF-A96F-C42F-6A46A56C163C}"/>
          </ac:picMkLst>
        </pc:picChg>
      </pc:sldChg>
      <pc:sldChg chg="addSp delSp modSp">
        <pc:chgData name="Naveen Thokala" userId="S::naveenkt23@iitk.ac.in::c742829e-cd9e-4c3b-9e55-9540e24b291e" providerId="AD" clId="Web-{CDAAAF70-E433-FA86-CA21-283F4A4A97D0}" dt="2026-01-21T15:17:44.482" v="382"/>
        <pc:sldMkLst>
          <pc:docMk/>
          <pc:sldMk cId="900385900" sldId="263"/>
        </pc:sldMkLst>
        <pc:spChg chg="mod">
          <ac:chgData name="Naveen Thokala" userId="S::naveenkt23@iitk.ac.in::c742829e-cd9e-4c3b-9e55-9540e24b291e" providerId="AD" clId="Web-{CDAAAF70-E433-FA86-CA21-283F4A4A97D0}" dt="2026-01-21T15:17:44.482" v="382"/>
          <ac:spMkLst>
            <pc:docMk/>
            <pc:sldMk cId="900385900" sldId="263"/>
            <ac:spMk id="2" creationId="{48917318-1074-2862-5AAC-07F14875D9D3}"/>
          </ac:spMkLst>
        </pc:spChg>
        <pc:spChg chg="del">
          <ac:chgData name="Naveen Thokala" userId="S::naveenkt23@iitk.ac.in::c742829e-cd9e-4c3b-9e55-9540e24b291e" providerId="AD" clId="Web-{CDAAAF70-E433-FA86-CA21-283F4A4A97D0}" dt="2026-01-21T15:17:44.482" v="382"/>
          <ac:spMkLst>
            <pc:docMk/>
            <pc:sldMk cId="900385900" sldId="263"/>
            <ac:spMk id="13" creationId="{53F29798-D584-4792-9B62-3F5F5C36D619}"/>
          </ac:spMkLst>
        </pc:spChg>
        <pc:spChg chg="add">
          <ac:chgData name="Naveen Thokala" userId="S::naveenkt23@iitk.ac.in::c742829e-cd9e-4c3b-9e55-9540e24b291e" providerId="AD" clId="Web-{CDAAAF70-E433-FA86-CA21-283F4A4A97D0}" dt="2026-01-21T15:17:44.482" v="382"/>
          <ac:spMkLst>
            <pc:docMk/>
            <pc:sldMk cId="900385900" sldId="263"/>
            <ac:spMk id="18" creationId="{6753252F-4873-4F63-801D-CC719279A7D5}"/>
          </ac:spMkLst>
        </pc:spChg>
        <pc:spChg chg="add">
          <ac:chgData name="Naveen Thokala" userId="S::naveenkt23@iitk.ac.in::c742829e-cd9e-4c3b-9e55-9540e24b291e" providerId="AD" clId="Web-{CDAAAF70-E433-FA86-CA21-283F4A4A97D0}" dt="2026-01-21T15:17:44.482" v="382"/>
          <ac:spMkLst>
            <pc:docMk/>
            <pc:sldMk cId="900385900" sldId="263"/>
            <ac:spMk id="20" creationId="{047C8CCB-F95D-4249-92DD-651249D3535A}"/>
          </ac:spMkLst>
        </pc:spChg>
        <pc:picChg chg="mod">
          <ac:chgData name="Naveen Thokala" userId="S::naveenkt23@iitk.ac.in::c742829e-cd9e-4c3b-9e55-9540e24b291e" providerId="AD" clId="Web-{CDAAAF70-E433-FA86-CA21-283F4A4A97D0}" dt="2026-01-21T15:17:44.482" v="382"/>
          <ac:picMkLst>
            <pc:docMk/>
            <pc:sldMk cId="900385900" sldId="263"/>
            <ac:picMk id="4" creationId="{F7A79ECF-29C4-4B79-21B1-6B77E65D6756}"/>
          </ac:picMkLst>
        </pc:picChg>
      </pc:sldChg>
      <pc:sldChg chg="addSp delSp modSp new mod setBg">
        <pc:chgData name="Naveen Thokala" userId="S::naveenkt23@iitk.ac.in::c742829e-cd9e-4c3b-9e55-9540e24b291e" providerId="AD" clId="Web-{CDAAAF70-E433-FA86-CA21-283F4A4A97D0}" dt="2026-01-21T15:00:46.836" v="28"/>
        <pc:sldMkLst>
          <pc:docMk/>
          <pc:sldMk cId="3280771643" sldId="264"/>
        </pc:sldMkLst>
        <pc:spChg chg="mod">
          <ac:chgData name="Naveen Thokala" userId="S::naveenkt23@iitk.ac.in::c742829e-cd9e-4c3b-9e55-9540e24b291e" providerId="AD" clId="Web-{CDAAAF70-E433-FA86-CA21-283F4A4A97D0}" dt="2026-01-21T15:00:46.836" v="28"/>
          <ac:spMkLst>
            <pc:docMk/>
            <pc:sldMk cId="3280771643" sldId="264"/>
            <ac:spMk id="2" creationId="{D7569B18-5D83-AC52-095F-34B937F66588}"/>
          </ac:spMkLst>
        </pc:spChg>
        <pc:spChg chg="del">
          <ac:chgData name="Naveen Thokala" userId="S::naveenkt23@iitk.ac.in::c742829e-cd9e-4c3b-9e55-9540e24b291e" providerId="AD" clId="Web-{CDAAAF70-E433-FA86-CA21-283F4A4A97D0}" dt="2026-01-21T15:00:06.617" v="1"/>
          <ac:spMkLst>
            <pc:docMk/>
            <pc:sldMk cId="3280771643" sldId="264"/>
            <ac:spMk id="3" creationId="{157E4C5C-B05E-1199-2243-F142EBD5B3A0}"/>
          </ac:spMkLst>
        </pc:spChg>
        <pc:spChg chg="add del">
          <ac:chgData name="Naveen Thokala" userId="S::naveenkt23@iitk.ac.in::c742829e-cd9e-4c3b-9e55-9540e24b291e" providerId="AD" clId="Web-{CDAAAF70-E433-FA86-CA21-283F4A4A97D0}" dt="2026-01-21T15:00:46.836" v="28"/>
          <ac:spMkLst>
            <pc:docMk/>
            <pc:sldMk cId="3280771643" sldId="264"/>
            <ac:spMk id="9" creationId="{53F29798-D584-4792-9B62-3F5F5C36D619}"/>
          </ac:spMkLst>
        </pc:spChg>
        <pc:spChg chg="add">
          <ac:chgData name="Naveen Thokala" userId="S::naveenkt23@iitk.ac.in::c742829e-cd9e-4c3b-9e55-9540e24b291e" providerId="AD" clId="Web-{CDAAAF70-E433-FA86-CA21-283F4A4A97D0}" dt="2026-01-21T15:00:46.836" v="28"/>
          <ac:spMkLst>
            <pc:docMk/>
            <pc:sldMk cId="3280771643" sldId="264"/>
            <ac:spMk id="14" creationId="{A4AC5506-6312-4701-8D3C-40187889A947}"/>
          </ac:spMkLst>
        </pc:spChg>
        <pc:picChg chg="add mod">
          <ac:chgData name="Naveen Thokala" userId="S::naveenkt23@iitk.ac.in::c742829e-cd9e-4c3b-9e55-9540e24b291e" providerId="AD" clId="Web-{CDAAAF70-E433-FA86-CA21-283F4A4A97D0}" dt="2026-01-21T15:00:46.836" v="28"/>
          <ac:picMkLst>
            <pc:docMk/>
            <pc:sldMk cId="3280771643" sldId="264"/>
            <ac:picMk id="4" creationId="{2954154C-7188-B07F-E19F-4534D9F2B158}"/>
          </ac:picMkLst>
        </pc:picChg>
      </pc:sldChg>
      <pc:sldChg chg="modSp new del">
        <pc:chgData name="Naveen Thokala" userId="S::naveenkt23@iitk.ac.in::c742829e-cd9e-4c3b-9e55-9540e24b291e" providerId="AD" clId="Web-{CDAAAF70-E433-FA86-CA21-283F4A4A97D0}" dt="2026-01-21T15:10:47.340" v="215"/>
        <pc:sldMkLst>
          <pc:docMk/>
          <pc:sldMk cId="3493428867" sldId="265"/>
        </pc:sldMkLst>
        <pc:spChg chg="mod">
          <ac:chgData name="Naveen Thokala" userId="S::naveenkt23@iitk.ac.in::c742829e-cd9e-4c3b-9e55-9540e24b291e" providerId="AD" clId="Web-{CDAAAF70-E433-FA86-CA21-283F4A4A97D0}" dt="2026-01-21T15:03:06.398" v="71" actId="20577"/>
          <ac:spMkLst>
            <pc:docMk/>
            <pc:sldMk cId="3493428867" sldId="265"/>
            <ac:spMk id="2" creationId="{037C61C0-5246-C5D3-5EB3-9A0D189FB1E7}"/>
          </ac:spMkLst>
        </pc:spChg>
        <pc:spChg chg="mod">
          <ac:chgData name="Naveen Thokala" userId="S::naveenkt23@iitk.ac.in::c742829e-cd9e-4c3b-9e55-9540e24b291e" providerId="AD" clId="Web-{CDAAAF70-E433-FA86-CA21-283F4A4A97D0}" dt="2026-01-21T15:07:13.336" v="142" actId="20577"/>
          <ac:spMkLst>
            <pc:docMk/>
            <pc:sldMk cId="3493428867" sldId="265"/>
            <ac:spMk id="3" creationId="{5775249D-E5B9-5103-DA2D-E506FFEAEC97}"/>
          </ac:spMkLst>
        </pc:spChg>
      </pc:sldChg>
      <pc:sldChg chg="modSp new del">
        <pc:chgData name="Naveen Thokala" userId="S::naveenkt23@iitk.ac.in::c742829e-cd9e-4c3b-9e55-9540e24b291e" providerId="AD" clId="Web-{CDAAAF70-E433-FA86-CA21-283F4A4A97D0}" dt="2026-01-21T15:10:47.855" v="217"/>
        <pc:sldMkLst>
          <pc:docMk/>
          <pc:sldMk cId="2047851772" sldId="266"/>
        </pc:sldMkLst>
        <pc:spChg chg="mod">
          <ac:chgData name="Naveen Thokala" userId="S::naveenkt23@iitk.ac.in::c742829e-cd9e-4c3b-9e55-9540e24b291e" providerId="AD" clId="Web-{CDAAAF70-E433-FA86-CA21-283F4A4A97D0}" dt="2026-01-21T15:09:32.933" v="191" actId="20577"/>
          <ac:spMkLst>
            <pc:docMk/>
            <pc:sldMk cId="2047851772" sldId="266"/>
            <ac:spMk id="3" creationId="{A4213C72-3C4C-D32B-655A-AB9A21C37321}"/>
          </ac:spMkLst>
        </pc:spChg>
      </pc:sldChg>
      <pc:sldChg chg="addSp modSp new del">
        <pc:chgData name="Naveen Thokala" userId="S::naveenkt23@iitk.ac.in::c742829e-cd9e-4c3b-9e55-9540e24b291e" providerId="AD" clId="Web-{CDAAAF70-E433-FA86-CA21-283F4A4A97D0}" dt="2026-01-21T15:10:47.402" v="216"/>
        <pc:sldMkLst>
          <pc:docMk/>
          <pc:sldMk cId="3587249637" sldId="267"/>
        </pc:sldMkLst>
        <pc:spChg chg="mod">
          <ac:chgData name="Naveen Thokala" userId="S::naveenkt23@iitk.ac.in::c742829e-cd9e-4c3b-9e55-9540e24b291e" providerId="AD" clId="Web-{CDAAAF70-E433-FA86-CA21-283F4A4A97D0}" dt="2026-01-21T15:07:58.774" v="161" actId="20577"/>
          <ac:spMkLst>
            <pc:docMk/>
            <pc:sldMk cId="3587249637" sldId="267"/>
            <ac:spMk id="2" creationId="{253C9435-7353-4BA6-FBAE-A2EB54954F60}"/>
          </ac:spMkLst>
        </pc:spChg>
        <pc:spChg chg="mod">
          <ac:chgData name="Naveen Thokala" userId="S::naveenkt23@iitk.ac.in::c742829e-cd9e-4c3b-9e55-9540e24b291e" providerId="AD" clId="Web-{CDAAAF70-E433-FA86-CA21-283F4A4A97D0}" dt="2026-01-21T15:09:41.089" v="192" actId="14100"/>
          <ac:spMkLst>
            <pc:docMk/>
            <pc:sldMk cId="3587249637" sldId="267"/>
            <ac:spMk id="3" creationId="{C44C4245-0AB6-6C33-9F4C-F8CEC713F63B}"/>
          </ac:spMkLst>
        </pc:spChg>
        <pc:spChg chg="add mod">
          <ac:chgData name="Naveen Thokala" userId="S::naveenkt23@iitk.ac.in::c742829e-cd9e-4c3b-9e55-9540e24b291e" providerId="AD" clId="Web-{CDAAAF70-E433-FA86-CA21-283F4A4A97D0}" dt="2026-01-21T15:10:11.699" v="201" actId="20577"/>
          <ac:spMkLst>
            <pc:docMk/>
            <pc:sldMk cId="3587249637" sldId="267"/>
            <ac:spMk id="4" creationId="{E28289FE-7CD6-7634-B450-9F4025AA5A40}"/>
          </ac:spMkLst>
        </pc:spChg>
      </pc:sldChg>
      <pc:sldChg chg="modSp new del">
        <pc:chgData name="Naveen Thokala" userId="S::naveenkt23@iitk.ac.in::c742829e-cd9e-4c3b-9e55-9540e24b291e" providerId="AD" clId="Web-{CDAAAF70-E433-FA86-CA21-283F4A4A97D0}" dt="2026-01-21T15:10:49.746" v="219"/>
        <pc:sldMkLst>
          <pc:docMk/>
          <pc:sldMk cId="15825440" sldId="268"/>
        </pc:sldMkLst>
        <pc:spChg chg="mod">
          <ac:chgData name="Naveen Thokala" userId="S::naveenkt23@iitk.ac.in::c742829e-cd9e-4c3b-9e55-9540e24b291e" providerId="AD" clId="Web-{CDAAAF70-E433-FA86-CA21-283F4A4A97D0}" dt="2026-01-21T15:08:27.759" v="170" actId="20577"/>
          <ac:spMkLst>
            <pc:docMk/>
            <pc:sldMk cId="15825440" sldId="268"/>
            <ac:spMk id="3" creationId="{45A71CA0-E813-C17A-F848-3D9D4467AB7A}"/>
          </ac:spMkLst>
        </pc:spChg>
      </pc:sldChg>
      <pc:sldChg chg="modSp new del">
        <pc:chgData name="Naveen Thokala" userId="S::naveenkt23@iitk.ac.in::c742829e-cd9e-4c3b-9e55-9540e24b291e" providerId="AD" clId="Web-{CDAAAF70-E433-FA86-CA21-283F4A4A97D0}" dt="2026-01-21T15:10:48.433" v="218"/>
        <pc:sldMkLst>
          <pc:docMk/>
          <pc:sldMk cId="3651194781" sldId="269"/>
        </pc:sldMkLst>
        <pc:spChg chg="mod">
          <ac:chgData name="Naveen Thokala" userId="S::naveenkt23@iitk.ac.in::c742829e-cd9e-4c3b-9e55-9540e24b291e" providerId="AD" clId="Web-{CDAAAF70-E433-FA86-CA21-283F4A4A97D0}" dt="2026-01-21T15:08:58.306" v="183" actId="20577"/>
          <ac:spMkLst>
            <pc:docMk/>
            <pc:sldMk cId="3651194781" sldId="269"/>
            <ac:spMk id="3" creationId="{2DA2CE91-004E-5608-7453-C9F1DCDD2969}"/>
          </ac:spMkLst>
        </pc:spChg>
      </pc:sldChg>
      <pc:sldChg chg="addSp delSp modSp new mod setBg">
        <pc:chgData name="Naveen Thokala" userId="S::naveenkt23@iitk.ac.in::c742829e-cd9e-4c3b-9e55-9540e24b291e" providerId="AD" clId="Web-{CDAAAF70-E433-FA86-CA21-283F4A4A97D0}" dt="2026-01-21T15:12:49.918" v="229"/>
        <pc:sldMkLst>
          <pc:docMk/>
          <pc:sldMk cId="876870630" sldId="270"/>
        </pc:sldMkLst>
        <pc:spChg chg="add del">
          <ac:chgData name="Naveen Thokala" userId="S::naveenkt23@iitk.ac.in::c742829e-cd9e-4c3b-9e55-9540e24b291e" providerId="AD" clId="Web-{CDAAAF70-E433-FA86-CA21-283F4A4A97D0}" dt="2026-01-21T15:10:24.886" v="206"/>
          <ac:spMkLst>
            <pc:docMk/>
            <pc:sldMk cId="876870630" sldId="270"/>
            <ac:spMk id="2" creationId="{AB504BEE-6640-FDBC-5EDE-FE251F0DBCAB}"/>
          </ac:spMkLst>
        </pc:spChg>
        <pc:spChg chg="del">
          <ac:chgData name="Naveen Thokala" userId="S::naveenkt23@iitk.ac.in::c742829e-cd9e-4c3b-9e55-9540e24b291e" providerId="AD" clId="Web-{CDAAAF70-E433-FA86-CA21-283F4A4A97D0}" dt="2026-01-21T15:10:18.105" v="203"/>
          <ac:spMkLst>
            <pc:docMk/>
            <pc:sldMk cId="876870630" sldId="270"/>
            <ac:spMk id="3" creationId="{DBBC90ED-D44E-EAF8-6A7B-AB4C937AABD4}"/>
          </ac:spMkLst>
        </pc:spChg>
        <pc:spChg chg="add del">
          <ac:chgData name="Naveen Thokala" userId="S::naveenkt23@iitk.ac.in::c742829e-cd9e-4c3b-9e55-9540e24b291e" providerId="AD" clId="Web-{CDAAAF70-E433-FA86-CA21-283F4A4A97D0}" dt="2026-01-21T15:12:49.918" v="229"/>
          <ac:spMkLst>
            <pc:docMk/>
            <pc:sldMk cId="876870630" sldId="270"/>
            <ac:spMk id="8" creationId="{24D735A4-A308-0A78-28B0-4B372F5977C5}"/>
          </ac:spMkLst>
        </pc:spChg>
        <pc:spChg chg="add del">
          <ac:chgData name="Naveen Thokala" userId="S::naveenkt23@iitk.ac.in::c742829e-cd9e-4c3b-9e55-9540e24b291e" providerId="AD" clId="Web-{CDAAAF70-E433-FA86-CA21-283F4A4A97D0}" dt="2026-01-21T15:10:24.886" v="205"/>
          <ac:spMkLst>
            <pc:docMk/>
            <pc:sldMk cId="876870630" sldId="270"/>
            <ac:spMk id="9" creationId="{42A4FC2C-047E-45A5-965D-8E1E3BF09BC6}"/>
          </ac:spMkLst>
        </pc:spChg>
        <pc:spChg chg="add del">
          <ac:chgData name="Naveen Thokala" userId="S::naveenkt23@iitk.ac.in::c742829e-cd9e-4c3b-9e55-9540e24b291e" providerId="AD" clId="Web-{CDAAAF70-E433-FA86-CA21-283F4A4A97D0}" dt="2026-01-21T15:10:41.683" v="214"/>
          <ac:spMkLst>
            <pc:docMk/>
            <pc:sldMk cId="876870630" sldId="270"/>
            <ac:spMk id="11" creationId="{2B97F24A-32CE-4C1C-A50D-3016B394DCFB}"/>
          </ac:spMkLst>
        </pc:spChg>
        <pc:spChg chg="add mod">
          <ac:chgData name="Naveen Thokala" userId="S::naveenkt23@iitk.ac.in::c742829e-cd9e-4c3b-9e55-9540e24b291e" providerId="AD" clId="Web-{CDAAAF70-E433-FA86-CA21-283F4A4A97D0}" dt="2026-01-21T15:10:32.589" v="211" actId="20577"/>
          <ac:spMkLst>
            <pc:docMk/>
            <pc:sldMk cId="876870630" sldId="270"/>
            <ac:spMk id="12" creationId="{AB504BEE-6640-FDBC-5EDE-FE251F0DBCAB}"/>
          </ac:spMkLst>
        </pc:spChg>
        <pc:spChg chg="add del">
          <ac:chgData name="Naveen Thokala" userId="S::naveenkt23@iitk.ac.in::c742829e-cd9e-4c3b-9e55-9540e24b291e" providerId="AD" clId="Web-{CDAAAF70-E433-FA86-CA21-283F4A4A97D0}" dt="2026-01-21T15:10:41.683" v="214"/>
          <ac:spMkLst>
            <pc:docMk/>
            <pc:sldMk cId="876870630" sldId="270"/>
            <ac:spMk id="13" creationId="{6357EC4F-235E-4222-A36F-C7878ACE37F2}"/>
          </ac:spMkLst>
        </pc:spChg>
        <pc:spChg chg="add del">
          <ac:chgData name="Naveen Thokala" userId="S::naveenkt23@iitk.ac.in::c742829e-cd9e-4c3b-9e55-9540e24b291e" providerId="AD" clId="Web-{CDAAAF70-E433-FA86-CA21-283F4A4A97D0}" dt="2026-01-21T15:10:41.683" v="213"/>
          <ac:spMkLst>
            <pc:docMk/>
            <pc:sldMk cId="876870630" sldId="270"/>
            <ac:spMk id="18" creationId="{2B97F24A-32CE-4C1C-A50D-3016B394DCFB}"/>
          </ac:spMkLst>
        </pc:spChg>
        <pc:spChg chg="add del">
          <ac:chgData name="Naveen Thokala" userId="S::naveenkt23@iitk.ac.in::c742829e-cd9e-4c3b-9e55-9540e24b291e" providerId="AD" clId="Web-{CDAAAF70-E433-FA86-CA21-283F4A4A97D0}" dt="2026-01-21T15:10:41.683" v="213"/>
          <ac:spMkLst>
            <pc:docMk/>
            <pc:sldMk cId="876870630" sldId="270"/>
            <ac:spMk id="20" creationId="{CD8B4F24-440B-49E9-B85D-733523DC064B}"/>
          </ac:spMkLst>
        </pc:spChg>
        <pc:spChg chg="add">
          <ac:chgData name="Naveen Thokala" userId="S::naveenkt23@iitk.ac.in::c742829e-cd9e-4c3b-9e55-9540e24b291e" providerId="AD" clId="Web-{CDAAAF70-E433-FA86-CA21-283F4A4A97D0}" dt="2026-01-21T15:10:41.683" v="214"/>
          <ac:spMkLst>
            <pc:docMk/>
            <pc:sldMk cId="876870630" sldId="270"/>
            <ac:spMk id="22" creationId="{2B97F24A-32CE-4C1C-A50D-3016B394DCFB}"/>
          </ac:spMkLst>
        </pc:spChg>
        <pc:spChg chg="add">
          <ac:chgData name="Naveen Thokala" userId="S::naveenkt23@iitk.ac.in::c742829e-cd9e-4c3b-9e55-9540e24b291e" providerId="AD" clId="Web-{CDAAAF70-E433-FA86-CA21-283F4A4A97D0}" dt="2026-01-21T15:10:41.683" v="214"/>
          <ac:spMkLst>
            <pc:docMk/>
            <pc:sldMk cId="876870630" sldId="270"/>
            <ac:spMk id="23" creationId="{6357EC4F-235E-4222-A36F-C7878ACE37F2}"/>
          </ac:spMkLst>
        </pc:spChg>
        <pc:picChg chg="add mod ord">
          <ac:chgData name="Naveen Thokala" userId="S::naveenkt23@iitk.ac.in::c742829e-cd9e-4c3b-9e55-9540e24b291e" providerId="AD" clId="Web-{CDAAAF70-E433-FA86-CA21-283F4A4A97D0}" dt="2026-01-21T15:10:24.886" v="206"/>
          <ac:picMkLst>
            <pc:docMk/>
            <pc:sldMk cId="876870630" sldId="270"/>
            <ac:picMk id="4" creationId="{D6FDA21F-8589-44E4-462F-2EF3268C4359}"/>
          </ac:picMkLst>
        </pc:picChg>
      </pc:sldChg>
      <pc:sldChg chg="addSp modSp new mod setBg">
        <pc:chgData name="Naveen Thokala" userId="S::naveenkt23@iitk.ac.in::c742829e-cd9e-4c3b-9e55-9540e24b291e" providerId="AD" clId="Web-{CDAAAF70-E433-FA86-CA21-283F4A4A97D0}" dt="2026-01-21T15:13:47.684" v="237" actId="20577"/>
        <pc:sldMkLst>
          <pc:docMk/>
          <pc:sldMk cId="3530856785" sldId="271"/>
        </pc:sldMkLst>
        <pc:spChg chg="mod">
          <ac:chgData name="Naveen Thokala" userId="S::naveenkt23@iitk.ac.in::c742829e-cd9e-4c3b-9e55-9540e24b291e" providerId="AD" clId="Web-{CDAAAF70-E433-FA86-CA21-283F4A4A97D0}" dt="2026-01-21T15:13:15.106" v="235"/>
          <ac:spMkLst>
            <pc:docMk/>
            <pc:sldMk cId="3530856785" sldId="271"/>
            <ac:spMk id="2" creationId="{060BF86F-23D7-0B32-F308-4DC6800C7064}"/>
          </ac:spMkLst>
        </pc:spChg>
        <pc:spChg chg="mod">
          <ac:chgData name="Naveen Thokala" userId="S::naveenkt23@iitk.ac.in::c742829e-cd9e-4c3b-9e55-9540e24b291e" providerId="AD" clId="Web-{CDAAAF70-E433-FA86-CA21-283F4A4A97D0}" dt="2026-01-21T15:13:47.684" v="237" actId="20577"/>
          <ac:spMkLst>
            <pc:docMk/>
            <pc:sldMk cId="3530856785" sldId="271"/>
            <ac:spMk id="3" creationId="{057D196D-5C9C-570F-5B6C-43EA8224CF36}"/>
          </ac:spMkLst>
        </pc:spChg>
        <pc:spChg chg="add">
          <ac:chgData name="Naveen Thokala" userId="S::naveenkt23@iitk.ac.in::c742829e-cd9e-4c3b-9e55-9540e24b291e" providerId="AD" clId="Web-{CDAAAF70-E433-FA86-CA21-283F4A4A97D0}" dt="2026-01-21T15:13:15.106" v="235"/>
          <ac:spMkLst>
            <pc:docMk/>
            <pc:sldMk cId="3530856785" sldId="271"/>
            <ac:spMk id="8" creationId="{09588DA8-065E-4F6F-8EFD-43104AB2E0CF}"/>
          </ac:spMkLst>
        </pc:spChg>
        <pc:spChg chg="add">
          <ac:chgData name="Naveen Thokala" userId="S::naveenkt23@iitk.ac.in::c742829e-cd9e-4c3b-9e55-9540e24b291e" providerId="AD" clId="Web-{CDAAAF70-E433-FA86-CA21-283F4A4A97D0}" dt="2026-01-21T15:13:15.106" v="235"/>
          <ac:spMkLst>
            <pc:docMk/>
            <pc:sldMk cId="3530856785" sldId="271"/>
            <ac:spMk id="10" creationId="{C4285719-470E-454C-AF62-8323075F1F5B}"/>
          </ac:spMkLst>
        </pc:spChg>
        <pc:spChg chg="add">
          <ac:chgData name="Naveen Thokala" userId="S::naveenkt23@iitk.ac.in::c742829e-cd9e-4c3b-9e55-9540e24b291e" providerId="AD" clId="Web-{CDAAAF70-E433-FA86-CA21-283F4A4A97D0}" dt="2026-01-21T15:13:15.106" v="235"/>
          <ac:spMkLst>
            <pc:docMk/>
            <pc:sldMk cId="3530856785" sldId="271"/>
            <ac:spMk id="12" creationId="{CD9FE4EF-C4D8-49A0-B2FF-81D8DB7D8A24}"/>
          </ac:spMkLst>
        </pc:spChg>
        <pc:spChg chg="add">
          <ac:chgData name="Naveen Thokala" userId="S::naveenkt23@iitk.ac.in::c742829e-cd9e-4c3b-9e55-9540e24b291e" providerId="AD" clId="Web-{CDAAAF70-E433-FA86-CA21-283F4A4A97D0}" dt="2026-01-21T15:13:15.106" v="235"/>
          <ac:spMkLst>
            <pc:docMk/>
            <pc:sldMk cId="3530856785" sldId="271"/>
            <ac:spMk id="14" creationId="{4300840D-0A0B-4512-BACA-B439D5B9C57C}"/>
          </ac:spMkLst>
        </pc:spChg>
        <pc:spChg chg="add">
          <ac:chgData name="Naveen Thokala" userId="S::naveenkt23@iitk.ac.in::c742829e-cd9e-4c3b-9e55-9540e24b291e" providerId="AD" clId="Web-{CDAAAF70-E433-FA86-CA21-283F4A4A97D0}" dt="2026-01-21T15:13:15.106" v="235"/>
          <ac:spMkLst>
            <pc:docMk/>
            <pc:sldMk cId="3530856785" sldId="271"/>
            <ac:spMk id="16" creationId="{D2B78728-A580-49A7-84F9-6EF6F583ADE0}"/>
          </ac:spMkLst>
        </pc:spChg>
        <pc:spChg chg="add">
          <ac:chgData name="Naveen Thokala" userId="S::naveenkt23@iitk.ac.in::c742829e-cd9e-4c3b-9e55-9540e24b291e" providerId="AD" clId="Web-{CDAAAF70-E433-FA86-CA21-283F4A4A97D0}" dt="2026-01-21T15:13:15.106" v="235"/>
          <ac:spMkLst>
            <pc:docMk/>
            <pc:sldMk cId="3530856785" sldId="271"/>
            <ac:spMk id="18" creationId="{38FAA1A1-D861-433F-88FA-1E9D6FD31D11}"/>
          </ac:spMkLst>
        </pc:spChg>
        <pc:spChg chg="add">
          <ac:chgData name="Naveen Thokala" userId="S::naveenkt23@iitk.ac.in::c742829e-cd9e-4c3b-9e55-9540e24b291e" providerId="AD" clId="Web-{CDAAAF70-E433-FA86-CA21-283F4A4A97D0}" dt="2026-01-21T15:13:15.106" v="235"/>
          <ac:spMkLst>
            <pc:docMk/>
            <pc:sldMk cId="3530856785" sldId="271"/>
            <ac:spMk id="20" creationId="{8D71EDA1-87BF-4D5D-AB79-F346FD19278A}"/>
          </ac:spMkLst>
        </pc:spChg>
      </pc:sldChg>
      <pc:sldChg chg="addSp modSp new mod setBg">
        <pc:chgData name="Naveen Thokala" userId="S::naveenkt23@iitk.ac.in::c742829e-cd9e-4c3b-9e55-9540e24b291e" providerId="AD" clId="Web-{CDAAAF70-E433-FA86-CA21-283F4A4A97D0}" dt="2026-01-21T15:14:47.982" v="265" actId="20577"/>
        <pc:sldMkLst>
          <pc:docMk/>
          <pc:sldMk cId="1902508691" sldId="272"/>
        </pc:sldMkLst>
        <pc:spChg chg="mod">
          <ac:chgData name="Naveen Thokala" userId="S::naveenkt23@iitk.ac.in::c742829e-cd9e-4c3b-9e55-9540e24b291e" providerId="AD" clId="Web-{CDAAAF70-E433-FA86-CA21-283F4A4A97D0}" dt="2026-01-21T15:14:20.747" v="241"/>
          <ac:spMkLst>
            <pc:docMk/>
            <pc:sldMk cId="1902508691" sldId="272"/>
            <ac:spMk id="2" creationId="{EABCF12B-7EFE-7730-54DA-D8D491F8218A}"/>
          </ac:spMkLst>
        </pc:spChg>
        <pc:spChg chg="mod">
          <ac:chgData name="Naveen Thokala" userId="S::naveenkt23@iitk.ac.in::c742829e-cd9e-4c3b-9e55-9540e24b291e" providerId="AD" clId="Web-{CDAAAF70-E433-FA86-CA21-283F4A4A97D0}" dt="2026-01-21T15:14:47.982" v="265" actId="20577"/>
          <ac:spMkLst>
            <pc:docMk/>
            <pc:sldMk cId="1902508691" sldId="272"/>
            <ac:spMk id="3" creationId="{F8380455-67D3-BEEC-272D-F1ECF86798F3}"/>
          </ac:spMkLst>
        </pc:spChg>
        <pc:spChg chg="add">
          <ac:chgData name="Naveen Thokala" userId="S::naveenkt23@iitk.ac.in::c742829e-cd9e-4c3b-9e55-9540e24b291e" providerId="AD" clId="Web-{CDAAAF70-E433-FA86-CA21-283F4A4A97D0}" dt="2026-01-21T15:14:20.747" v="241"/>
          <ac:spMkLst>
            <pc:docMk/>
            <pc:sldMk cId="1902508691" sldId="272"/>
            <ac:spMk id="8" creationId="{815925C2-A704-4D47-B1C1-3FCA52512EC1}"/>
          </ac:spMkLst>
        </pc:spChg>
        <pc:spChg chg="add">
          <ac:chgData name="Naveen Thokala" userId="S::naveenkt23@iitk.ac.in::c742829e-cd9e-4c3b-9e55-9540e24b291e" providerId="AD" clId="Web-{CDAAAF70-E433-FA86-CA21-283F4A4A97D0}" dt="2026-01-21T15:14:20.747" v="241"/>
          <ac:spMkLst>
            <pc:docMk/>
            <pc:sldMk cId="1902508691" sldId="272"/>
            <ac:spMk id="10" creationId="{01D4315C-C23C-4FD3-98DF-08C29E2292A8}"/>
          </ac:spMkLst>
        </pc:spChg>
        <pc:grpChg chg="add">
          <ac:chgData name="Naveen Thokala" userId="S::naveenkt23@iitk.ac.in::c742829e-cd9e-4c3b-9e55-9540e24b291e" providerId="AD" clId="Web-{CDAAAF70-E433-FA86-CA21-283F4A4A97D0}" dt="2026-01-21T15:14:20.747" v="241"/>
          <ac:grpSpMkLst>
            <pc:docMk/>
            <pc:sldMk cId="1902508691" sldId="272"/>
            <ac:grpSpMk id="12" creationId="{5E6B47BC-43FD-4C91-8BFF-B41B99A8A39E}"/>
          </ac:grpSpMkLst>
        </pc:grpChg>
        <pc:grpChg chg="add">
          <ac:chgData name="Naveen Thokala" userId="S::naveenkt23@iitk.ac.in::c742829e-cd9e-4c3b-9e55-9540e24b291e" providerId="AD" clId="Web-{CDAAAF70-E433-FA86-CA21-283F4A4A97D0}" dt="2026-01-21T15:14:20.747" v="241"/>
          <ac:grpSpMkLst>
            <pc:docMk/>
            <pc:sldMk cId="1902508691" sldId="272"/>
            <ac:grpSpMk id="16" creationId="{43F5E015-E085-4624-B431-B42414448684}"/>
          </ac:grpSpMkLst>
        </pc:gr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iitk-my.sharepoint.com/personal/naveenkt23_iitk_ac_in/Documents/220KV_Monthly_Consumption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Agg_Consumption (220 KV substation)</a:t>
            </a:r>
          </a:p>
        </c:rich>
      </c:tx>
      <c:layout>
        <c:manualLayout>
          <c:xMode val="edge"/>
          <c:yMode val="edge"/>
          <c:x val="0.4267170434340869"/>
          <c:y val="2.020202020202020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Sheet1!$F$1</c:f>
              <c:strCache>
                <c:ptCount val="1"/>
                <c:pt idx="0">
                  <c:v>Agg_Consumption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Sheet1!$E$2:$E$25</c:f>
              <c:strCache>
                <c:ptCount val="24"/>
                <c:pt idx="0">
                  <c:v>Dec</c:v>
                </c:pt>
                <c:pt idx="1">
                  <c:v>Jan</c:v>
                </c:pt>
                <c:pt idx="2">
                  <c:v>Feb</c:v>
                </c:pt>
                <c:pt idx="3">
                  <c:v>Mar</c:v>
                </c:pt>
                <c:pt idx="4">
                  <c:v>Apr</c:v>
                </c:pt>
                <c:pt idx="5">
                  <c:v>May</c:v>
                </c:pt>
                <c:pt idx="6">
                  <c:v>Jun</c:v>
                </c:pt>
                <c:pt idx="7">
                  <c:v>Jul</c:v>
                </c:pt>
                <c:pt idx="8">
                  <c:v>Aug</c:v>
                </c:pt>
                <c:pt idx="9">
                  <c:v>Sep</c:v>
                </c:pt>
                <c:pt idx="10">
                  <c:v>Oct</c:v>
                </c:pt>
                <c:pt idx="11">
                  <c:v>Nov</c:v>
                </c:pt>
                <c:pt idx="12">
                  <c:v>Dec</c:v>
                </c:pt>
                <c:pt idx="13">
                  <c:v>Jan</c:v>
                </c:pt>
                <c:pt idx="14">
                  <c:v>Feb</c:v>
                </c:pt>
                <c:pt idx="15">
                  <c:v>Mar</c:v>
                </c:pt>
                <c:pt idx="16">
                  <c:v>Apr</c:v>
                </c:pt>
                <c:pt idx="17">
                  <c:v>May</c:v>
                </c:pt>
                <c:pt idx="18">
                  <c:v>Jun</c:v>
                </c:pt>
                <c:pt idx="19">
                  <c:v>Jul</c:v>
                </c:pt>
                <c:pt idx="20">
                  <c:v>Aug</c:v>
                </c:pt>
                <c:pt idx="21">
                  <c:v>Sep</c:v>
                </c:pt>
                <c:pt idx="22">
                  <c:v>Oct</c:v>
                </c:pt>
                <c:pt idx="23">
                  <c:v>Nov</c:v>
                </c:pt>
              </c:strCache>
            </c:strRef>
          </c:cat>
          <c:val>
            <c:numRef>
              <c:f>Sheet1!$F$2:$F$25</c:f>
              <c:numCache>
                <c:formatCode>General</c:formatCode>
                <c:ptCount val="24"/>
                <c:pt idx="0">
                  <c:v>54544.639999999999</c:v>
                </c:pt>
                <c:pt idx="1">
                  <c:v>63427.32</c:v>
                </c:pt>
                <c:pt idx="2">
                  <c:v>65114.789999999899</c:v>
                </c:pt>
                <c:pt idx="3">
                  <c:v>58885.289999999899</c:v>
                </c:pt>
                <c:pt idx="4">
                  <c:v>53547.42</c:v>
                </c:pt>
                <c:pt idx="5">
                  <c:v>35730.410000000003</c:v>
                </c:pt>
                <c:pt idx="6">
                  <c:v>34884.35</c:v>
                </c:pt>
                <c:pt idx="7">
                  <c:v>64356.6899999999</c:v>
                </c:pt>
                <c:pt idx="8">
                  <c:v>60596.45</c:v>
                </c:pt>
                <c:pt idx="9">
                  <c:v>52116.03</c:v>
                </c:pt>
                <c:pt idx="10">
                  <c:v>35664.839999999997</c:v>
                </c:pt>
                <c:pt idx="11">
                  <c:v>44777.209999999897</c:v>
                </c:pt>
                <c:pt idx="12">
                  <c:v>41204.18</c:v>
                </c:pt>
                <c:pt idx="13">
                  <c:v>50910.12</c:v>
                </c:pt>
                <c:pt idx="14">
                  <c:v>54161.95</c:v>
                </c:pt>
                <c:pt idx="15">
                  <c:v>66919.39</c:v>
                </c:pt>
                <c:pt idx="16">
                  <c:v>56588.4399999999</c:v>
                </c:pt>
                <c:pt idx="17">
                  <c:v>41437.14</c:v>
                </c:pt>
                <c:pt idx="18">
                  <c:v>63249.56</c:v>
                </c:pt>
                <c:pt idx="19">
                  <c:v>63383.519999999997</c:v>
                </c:pt>
                <c:pt idx="20">
                  <c:v>48193.64</c:v>
                </c:pt>
                <c:pt idx="21">
                  <c:v>52125.03</c:v>
                </c:pt>
                <c:pt idx="22">
                  <c:v>31813.16</c:v>
                </c:pt>
                <c:pt idx="23">
                  <c:v>21448.62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A70-4A5E-A90D-FD3358ACD1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74233351"/>
        <c:axId val="274235399"/>
      </c:lineChart>
      <c:catAx>
        <c:axId val="27423335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Months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4235399"/>
        <c:crosses val="autoZero"/>
        <c:auto val="1"/>
        <c:lblAlgn val="ctr"/>
        <c:lblOffset val="100"/>
        <c:noMultiLvlLbl val="0"/>
      </c:catAx>
      <c:valAx>
        <c:axId val="2742353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Monthly Aggregate (in MWh)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42333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B53093D-1961-4AD5-83CB-0F55182CD122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F31E8B3-FCC3-4106-8B9C-12C4C50E8EA3}">
      <dgm:prSet/>
      <dgm:spPr/>
      <dgm:t>
        <a:bodyPr/>
        <a:lstStyle/>
        <a:p>
          <a:r>
            <a:rPr lang="en-US"/>
            <a:t>Residential - 1</a:t>
          </a:r>
        </a:p>
      </dgm:t>
    </dgm:pt>
    <dgm:pt modelId="{099ED53B-833A-41DE-9155-5C42BA549B2F}" type="parTrans" cxnId="{9162C86D-A595-48A1-A47C-1D4418E30CD1}">
      <dgm:prSet/>
      <dgm:spPr/>
      <dgm:t>
        <a:bodyPr/>
        <a:lstStyle/>
        <a:p>
          <a:endParaRPr lang="en-US"/>
        </a:p>
      </dgm:t>
    </dgm:pt>
    <dgm:pt modelId="{D4537D1C-83EE-42BA-8E04-6043ADDE7718}" type="sibTrans" cxnId="{9162C86D-A595-48A1-A47C-1D4418E30CD1}">
      <dgm:prSet/>
      <dgm:spPr/>
      <dgm:t>
        <a:bodyPr/>
        <a:lstStyle/>
        <a:p>
          <a:endParaRPr lang="en-US"/>
        </a:p>
      </dgm:t>
    </dgm:pt>
    <dgm:pt modelId="{1AE618DE-C4D9-4526-A57B-9115CCC75F13}">
      <dgm:prSet/>
      <dgm:spPr/>
      <dgm:t>
        <a:bodyPr/>
        <a:lstStyle/>
        <a:p>
          <a:r>
            <a:rPr lang="en-US"/>
            <a:t>Commercial - 2</a:t>
          </a:r>
        </a:p>
      </dgm:t>
    </dgm:pt>
    <dgm:pt modelId="{8FF05CCA-0D43-4BC0-9384-76E1CFD37F8B}" type="parTrans" cxnId="{9931D0C8-1159-47C5-8808-782FE313DAAD}">
      <dgm:prSet/>
      <dgm:spPr/>
      <dgm:t>
        <a:bodyPr/>
        <a:lstStyle/>
        <a:p>
          <a:endParaRPr lang="en-US"/>
        </a:p>
      </dgm:t>
    </dgm:pt>
    <dgm:pt modelId="{E22D4052-2706-4193-B932-9DA48F45D029}" type="sibTrans" cxnId="{9931D0C8-1159-47C5-8808-782FE313DAAD}">
      <dgm:prSet/>
      <dgm:spPr/>
      <dgm:t>
        <a:bodyPr/>
        <a:lstStyle/>
        <a:p>
          <a:endParaRPr lang="en-US"/>
        </a:p>
      </dgm:t>
    </dgm:pt>
    <dgm:pt modelId="{4D248288-574A-4D3E-96C2-65192284B96B}">
      <dgm:prSet/>
      <dgm:spPr/>
      <dgm:t>
        <a:bodyPr/>
        <a:lstStyle/>
        <a:p>
          <a:r>
            <a:rPr lang="en-US"/>
            <a:t>Industrial - 3 + 4</a:t>
          </a:r>
        </a:p>
      </dgm:t>
    </dgm:pt>
    <dgm:pt modelId="{7B30D523-5F6B-49DD-B217-4947D26F92E3}" type="parTrans" cxnId="{4A8739CE-DC05-445E-AD3A-4CDD59D4612A}">
      <dgm:prSet/>
      <dgm:spPr/>
      <dgm:t>
        <a:bodyPr/>
        <a:lstStyle/>
        <a:p>
          <a:endParaRPr lang="en-US"/>
        </a:p>
      </dgm:t>
    </dgm:pt>
    <dgm:pt modelId="{D2174EC9-08E7-496B-92EC-BAD76F8113EE}" type="sibTrans" cxnId="{4A8739CE-DC05-445E-AD3A-4CDD59D4612A}">
      <dgm:prSet/>
      <dgm:spPr/>
      <dgm:t>
        <a:bodyPr/>
        <a:lstStyle/>
        <a:p>
          <a:endParaRPr lang="en-US"/>
        </a:p>
      </dgm:t>
    </dgm:pt>
    <dgm:pt modelId="{BFDCEF08-51C3-4971-AA81-C866D39D3B88}">
      <dgm:prSet/>
      <dgm:spPr/>
      <dgm:t>
        <a:bodyPr/>
        <a:lstStyle/>
        <a:p>
          <a:r>
            <a:rPr lang="en-US"/>
            <a:t>Agriculture - 5</a:t>
          </a:r>
        </a:p>
      </dgm:t>
    </dgm:pt>
    <dgm:pt modelId="{884B7E5D-A536-4F53-927A-CDE4A3176A85}" type="parTrans" cxnId="{F9B5048D-B5CD-435A-8C4C-F63FB8172D76}">
      <dgm:prSet/>
      <dgm:spPr/>
      <dgm:t>
        <a:bodyPr/>
        <a:lstStyle/>
        <a:p>
          <a:endParaRPr lang="en-US"/>
        </a:p>
      </dgm:t>
    </dgm:pt>
    <dgm:pt modelId="{B48F73B8-3074-4611-BF62-C020E6904AA8}" type="sibTrans" cxnId="{F9B5048D-B5CD-435A-8C4C-F63FB8172D76}">
      <dgm:prSet/>
      <dgm:spPr/>
      <dgm:t>
        <a:bodyPr/>
        <a:lstStyle/>
        <a:p>
          <a:endParaRPr lang="en-US"/>
        </a:p>
      </dgm:t>
    </dgm:pt>
    <dgm:pt modelId="{C6F3E3A5-4955-4BAA-822A-2990E21A1BEA}">
      <dgm:prSet/>
      <dgm:spPr/>
      <dgm:t>
        <a:bodyPr/>
        <a:lstStyle/>
        <a:p>
          <a:r>
            <a:rPr lang="en-US"/>
            <a:t>Others - 6 + 7B</a:t>
          </a:r>
        </a:p>
      </dgm:t>
    </dgm:pt>
    <dgm:pt modelId="{16BD8E84-68CC-41CC-A5D6-70307EE7C651}" type="parTrans" cxnId="{DA8B5D8B-A473-4D65-B16D-BD2ADC0EF9CC}">
      <dgm:prSet/>
      <dgm:spPr/>
      <dgm:t>
        <a:bodyPr/>
        <a:lstStyle/>
        <a:p>
          <a:endParaRPr lang="en-US"/>
        </a:p>
      </dgm:t>
    </dgm:pt>
    <dgm:pt modelId="{F2A2E27C-6473-41DB-967D-E0A8B7A93340}" type="sibTrans" cxnId="{DA8B5D8B-A473-4D65-B16D-BD2ADC0EF9CC}">
      <dgm:prSet/>
      <dgm:spPr/>
      <dgm:t>
        <a:bodyPr/>
        <a:lstStyle/>
        <a:p>
          <a:endParaRPr lang="en-US"/>
        </a:p>
      </dgm:t>
    </dgm:pt>
    <dgm:pt modelId="{41E2EDB8-A58F-4A9C-B474-C65C9A07DCAF}">
      <dgm:prSet/>
      <dgm:spPr/>
      <dgm:t>
        <a:bodyPr/>
        <a:lstStyle/>
        <a:p>
          <a:r>
            <a:rPr lang="en-US"/>
            <a:t>HT Industrial - SPDCL</a:t>
          </a:r>
        </a:p>
      </dgm:t>
    </dgm:pt>
    <dgm:pt modelId="{FE2C4698-6E8A-4D80-A8B0-BC9394C61132}" type="parTrans" cxnId="{93C180AF-ABF3-463E-9B54-68D359EB8A37}">
      <dgm:prSet/>
      <dgm:spPr/>
      <dgm:t>
        <a:bodyPr/>
        <a:lstStyle/>
        <a:p>
          <a:endParaRPr lang="en-US"/>
        </a:p>
      </dgm:t>
    </dgm:pt>
    <dgm:pt modelId="{5D76727D-1849-4812-A7AE-131F6ECDBA76}" type="sibTrans" cxnId="{93C180AF-ABF3-463E-9B54-68D359EB8A37}">
      <dgm:prSet/>
      <dgm:spPr/>
      <dgm:t>
        <a:bodyPr/>
        <a:lstStyle/>
        <a:p>
          <a:endParaRPr lang="en-US"/>
        </a:p>
      </dgm:t>
    </dgm:pt>
    <dgm:pt modelId="{FCCC05D1-DF93-417F-B654-62516B7F9DAF}" type="pres">
      <dgm:prSet presAssocID="{7B53093D-1961-4AD5-83CB-0F55182CD122}" presName="vert0" presStyleCnt="0">
        <dgm:presLayoutVars>
          <dgm:dir/>
          <dgm:animOne val="branch"/>
          <dgm:animLvl val="lvl"/>
        </dgm:presLayoutVars>
      </dgm:prSet>
      <dgm:spPr/>
    </dgm:pt>
    <dgm:pt modelId="{1CC7A18C-4D95-408B-8709-A68B0298157A}" type="pres">
      <dgm:prSet presAssocID="{9F31E8B3-FCC3-4106-8B9C-12C4C50E8EA3}" presName="thickLine" presStyleLbl="alignNode1" presStyleIdx="0" presStyleCnt="6"/>
      <dgm:spPr/>
    </dgm:pt>
    <dgm:pt modelId="{BA3D7FB3-6B5F-4027-B135-91E8C6167D0E}" type="pres">
      <dgm:prSet presAssocID="{9F31E8B3-FCC3-4106-8B9C-12C4C50E8EA3}" presName="horz1" presStyleCnt="0"/>
      <dgm:spPr/>
    </dgm:pt>
    <dgm:pt modelId="{3357F1A6-E57B-41F4-A1ED-C3C77B81EBE5}" type="pres">
      <dgm:prSet presAssocID="{9F31E8B3-FCC3-4106-8B9C-12C4C50E8EA3}" presName="tx1" presStyleLbl="revTx" presStyleIdx="0" presStyleCnt="6"/>
      <dgm:spPr/>
    </dgm:pt>
    <dgm:pt modelId="{DF02AE65-50AF-49BD-A3B8-2B3A204F3491}" type="pres">
      <dgm:prSet presAssocID="{9F31E8B3-FCC3-4106-8B9C-12C4C50E8EA3}" presName="vert1" presStyleCnt="0"/>
      <dgm:spPr/>
    </dgm:pt>
    <dgm:pt modelId="{D87DDBA4-5B06-4428-B3EA-DD799275CC41}" type="pres">
      <dgm:prSet presAssocID="{1AE618DE-C4D9-4526-A57B-9115CCC75F13}" presName="thickLine" presStyleLbl="alignNode1" presStyleIdx="1" presStyleCnt="6"/>
      <dgm:spPr/>
    </dgm:pt>
    <dgm:pt modelId="{44D350D1-B2A3-4D94-BA4A-6AC477E45D3C}" type="pres">
      <dgm:prSet presAssocID="{1AE618DE-C4D9-4526-A57B-9115CCC75F13}" presName="horz1" presStyleCnt="0"/>
      <dgm:spPr/>
    </dgm:pt>
    <dgm:pt modelId="{236D5225-8746-45C7-9805-9BBEEFDD2974}" type="pres">
      <dgm:prSet presAssocID="{1AE618DE-C4D9-4526-A57B-9115CCC75F13}" presName="tx1" presStyleLbl="revTx" presStyleIdx="1" presStyleCnt="6"/>
      <dgm:spPr/>
    </dgm:pt>
    <dgm:pt modelId="{4F92A818-11C7-4264-9E1C-B3BA743FFD79}" type="pres">
      <dgm:prSet presAssocID="{1AE618DE-C4D9-4526-A57B-9115CCC75F13}" presName="vert1" presStyleCnt="0"/>
      <dgm:spPr/>
    </dgm:pt>
    <dgm:pt modelId="{28CA8EDF-8D3D-456C-8E2D-8A4CF5928EF4}" type="pres">
      <dgm:prSet presAssocID="{4D248288-574A-4D3E-96C2-65192284B96B}" presName="thickLine" presStyleLbl="alignNode1" presStyleIdx="2" presStyleCnt="6"/>
      <dgm:spPr/>
    </dgm:pt>
    <dgm:pt modelId="{DB19836B-144C-48D9-83DC-1CDA0A13E4F1}" type="pres">
      <dgm:prSet presAssocID="{4D248288-574A-4D3E-96C2-65192284B96B}" presName="horz1" presStyleCnt="0"/>
      <dgm:spPr/>
    </dgm:pt>
    <dgm:pt modelId="{4C2807DC-B73A-4F05-B7F0-B0168C5FD067}" type="pres">
      <dgm:prSet presAssocID="{4D248288-574A-4D3E-96C2-65192284B96B}" presName="tx1" presStyleLbl="revTx" presStyleIdx="2" presStyleCnt="6"/>
      <dgm:spPr/>
    </dgm:pt>
    <dgm:pt modelId="{7E411C61-1291-4AA0-904D-439DD8D726BD}" type="pres">
      <dgm:prSet presAssocID="{4D248288-574A-4D3E-96C2-65192284B96B}" presName="vert1" presStyleCnt="0"/>
      <dgm:spPr/>
    </dgm:pt>
    <dgm:pt modelId="{8F4FEEDE-870D-42C6-BF65-FC35AEB94A2F}" type="pres">
      <dgm:prSet presAssocID="{BFDCEF08-51C3-4971-AA81-C866D39D3B88}" presName="thickLine" presStyleLbl="alignNode1" presStyleIdx="3" presStyleCnt="6"/>
      <dgm:spPr/>
    </dgm:pt>
    <dgm:pt modelId="{C46FC20D-4EAD-4DAE-9D68-A38A2863DD2D}" type="pres">
      <dgm:prSet presAssocID="{BFDCEF08-51C3-4971-AA81-C866D39D3B88}" presName="horz1" presStyleCnt="0"/>
      <dgm:spPr/>
    </dgm:pt>
    <dgm:pt modelId="{89C38F76-7E0B-495B-8B3A-7C61D0D1B9B7}" type="pres">
      <dgm:prSet presAssocID="{BFDCEF08-51C3-4971-AA81-C866D39D3B88}" presName="tx1" presStyleLbl="revTx" presStyleIdx="3" presStyleCnt="6"/>
      <dgm:spPr/>
    </dgm:pt>
    <dgm:pt modelId="{1545A4A2-6651-410E-A75F-15BF5EE88C60}" type="pres">
      <dgm:prSet presAssocID="{BFDCEF08-51C3-4971-AA81-C866D39D3B88}" presName="vert1" presStyleCnt="0"/>
      <dgm:spPr/>
    </dgm:pt>
    <dgm:pt modelId="{4FEB6457-6411-4792-904F-BEAA953078FD}" type="pres">
      <dgm:prSet presAssocID="{C6F3E3A5-4955-4BAA-822A-2990E21A1BEA}" presName="thickLine" presStyleLbl="alignNode1" presStyleIdx="4" presStyleCnt="6"/>
      <dgm:spPr/>
    </dgm:pt>
    <dgm:pt modelId="{C37AEC1A-2989-447A-B963-1988FB07AFDE}" type="pres">
      <dgm:prSet presAssocID="{C6F3E3A5-4955-4BAA-822A-2990E21A1BEA}" presName="horz1" presStyleCnt="0"/>
      <dgm:spPr/>
    </dgm:pt>
    <dgm:pt modelId="{13C2FC58-1006-4714-92ED-DB729E47ABF0}" type="pres">
      <dgm:prSet presAssocID="{C6F3E3A5-4955-4BAA-822A-2990E21A1BEA}" presName="tx1" presStyleLbl="revTx" presStyleIdx="4" presStyleCnt="6"/>
      <dgm:spPr/>
    </dgm:pt>
    <dgm:pt modelId="{2CA4394D-C83B-4490-9DE4-D61A8E45F3F4}" type="pres">
      <dgm:prSet presAssocID="{C6F3E3A5-4955-4BAA-822A-2990E21A1BEA}" presName="vert1" presStyleCnt="0"/>
      <dgm:spPr/>
    </dgm:pt>
    <dgm:pt modelId="{DF0319A7-64D4-4877-8E36-A06E91AE7945}" type="pres">
      <dgm:prSet presAssocID="{41E2EDB8-A58F-4A9C-B474-C65C9A07DCAF}" presName="thickLine" presStyleLbl="alignNode1" presStyleIdx="5" presStyleCnt="6"/>
      <dgm:spPr/>
    </dgm:pt>
    <dgm:pt modelId="{044DA99D-E3A4-4E9D-B1CA-A6B2BFBF0AAD}" type="pres">
      <dgm:prSet presAssocID="{41E2EDB8-A58F-4A9C-B474-C65C9A07DCAF}" presName="horz1" presStyleCnt="0"/>
      <dgm:spPr/>
    </dgm:pt>
    <dgm:pt modelId="{253C5B61-207C-4779-8A31-AC51B24B04DA}" type="pres">
      <dgm:prSet presAssocID="{41E2EDB8-A58F-4A9C-B474-C65C9A07DCAF}" presName="tx1" presStyleLbl="revTx" presStyleIdx="5" presStyleCnt="6"/>
      <dgm:spPr/>
    </dgm:pt>
    <dgm:pt modelId="{24828919-0880-4155-AEC5-15E834128420}" type="pres">
      <dgm:prSet presAssocID="{41E2EDB8-A58F-4A9C-B474-C65C9A07DCAF}" presName="vert1" presStyleCnt="0"/>
      <dgm:spPr/>
    </dgm:pt>
  </dgm:ptLst>
  <dgm:cxnLst>
    <dgm:cxn modelId="{284D981D-9137-4E10-87DE-74D9B3321A5B}" type="presOf" srcId="{41E2EDB8-A58F-4A9C-B474-C65C9A07DCAF}" destId="{253C5B61-207C-4779-8A31-AC51B24B04DA}" srcOrd="0" destOrd="0" presId="urn:microsoft.com/office/officeart/2008/layout/LinedList"/>
    <dgm:cxn modelId="{27371C38-E1B4-4C3E-8613-D9CF2104B411}" type="presOf" srcId="{4D248288-574A-4D3E-96C2-65192284B96B}" destId="{4C2807DC-B73A-4F05-B7F0-B0168C5FD067}" srcOrd="0" destOrd="0" presId="urn:microsoft.com/office/officeart/2008/layout/LinedList"/>
    <dgm:cxn modelId="{9162C86D-A595-48A1-A47C-1D4418E30CD1}" srcId="{7B53093D-1961-4AD5-83CB-0F55182CD122}" destId="{9F31E8B3-FCC3-4106-8B9C-12C4C50E8EA3}" srcOrd="0" destOrd="0" parTransId="{099ED53B-833A-41DE-9155-5C42BA549B2F}" sibTransId="{D4537D1C-83EE-42BA-8E04-6043ADDE7718}"/>
    <dgm:cxn modelId="{C7308351-1A48-46BE-A126-AE3298223D75}" type="presOf" srcId="{C6F3E3A5-4955-4BAA-822A-2990E21A1BEA}" destId="{13C2FC58-1006-4714-92ED-DB729E47ABF0}" srcOrd="0" destOrd="0" presId="urn:microsoft.com/office/officeart/2008/layout/LinedList"/>
    <dgm:cxn modelId="{20F93E76-E7D1-4B34-B005-63D2EF4B4DB7}" type="presOf" srcId="{BFDCEF08-51C3-4971-AA81-C866D39D3B88}" destId="{89C38F76-7E0B-495B-8B3A-7C61D0D1B9B7}" srcOrd="0" destOrd="0" presId="urn:microsoft.com/office/officeart/2008/layout/LinedList"/>
    <dgm:cxn modelId="{D0A7728A-3087-40F4-9DEA-D112A0712223}" type="presOf" srcId="{7B53093D-1961-4AD5-83CB-0F55182CD122}" destId="{FCCC05D1-DF93-417F-B654-62516B7F9DAF}" srcOrd="0" destOrd="0" presId="urn:microsoft.com/office/officeart/2008/layout/LinedList"/>
    <dgm:cxn modelId="{DA8B5D8B-A473-4D65-B16D-BD2ADC0EF9CC}" srcId="{7B53093D-1961-4AD5-83CB-0F55182CD122}" destId="{C6F3E3A5-4955-4BAA-822A-2990E21A1BEA}" srcOrd="4" destOrd="0" parTransId="{16BD8E84-68CC-41CC-A5D6-70307EE7C651}" sibTransId="{F2A2E27C-6473-41DB-967D-E0A8B7A93340}"/>
    <dgm:cxn modelId="{6C51BC8C-9237-4215-A0F9-6285DE6A1EAE}" type="presOf" srcId="{9F31E8B3-FCC3-4106-8B9C-12C4C50E8EA3}" destId="{3357F1A6-E57B-41F4-A1ED-C3C77B81EBE5}" srcOrd="0" destOrd="0" presId="urn:microsoft.com/office/officeart/2008/layout/LinedList"/>
    <dgm:cxn modelId="{F9B5048D-B5CD-435A-8C4C-F63FB8172D76}" srcId="{7B53093D-1961-4AD5-83CB-0F55182CD122}" destId="{BFDCEF08-51C3-4971-AA81-C866D39D3B88}" srcOrd="3" destOrd="0" parTransId="{884B7E5D-A536-4F53-927A-CDE4A3176A85}" sibTransId="{B48F73B8-3074-4611-BF62-C020E6904AA8}"/>
    <dgm:cxn modelId="{93C180AF-ABF3-463E-9B54-68D359EB8A37}" srcId="{7B53093D-1961-4AD5-83CB-0F55182CD122}" destId="{41E2EDB8-A58F-4A9C-B474-C65C9A07DCAF}" srcOrd="5" destOrd="0" parTransId="{FE2C4698-6E8A-4D80-A8B0-BC9394C61132}" sibTransId="{5D76727D-1849-4812-A7AE-131F6ECDBA76}"/>
    <dgm:cxn modelId="{8EF921B3-6F6D-4DA7-BEA7-C1F4F95DD61E}" type="presOf" srcId="{1AE618DE-C4D9-4526-A57B-9115CCC75F13}" destId="{236D5225-8746-45C7-9805-9BBEEFDD2974}" srcOrd="0" destOrd="0" presId="urn:microsoft.com/office/officeart/2008/layout/LinedList"/>
    <dgm:cxn modelId="{9931D0C8-1159-47C5-8808-782FE313DAAD}" srcId="{7B53093D-1961-4AD5-83CB-0F55182CD122}" destId="{1AE618DE-C4D9-4526-A57B-9115CCC75F13}" srcOrd="1" destOrd="0" parTransId="{8FF05CCA-0D43-4BC0-9384-76E1CFD37F8B}" sibTransId="{E22D4052-2706-4193-B932-9DA48F45D029}"/>
    <dgm:cxn modelId="{4A8739CE-DC05-445E-AD3A-4CDD59D4612A}" srcId="{7B53093D-1961-4AD5-83CB-0F55182CD122}" destId="{4D248288-574A-4D3E-96C2-65192284B96B}" srcOrd="2" destOrd="0" parTransId="{7B30D523-5F6B-49DD-B217-4947D26F92E3}" sibTransId="{D2174EC9-08E7-496B-92EC-BAD76F8113EE}"/>
    <dgm:cxn modelId="{7519B608-0FAC-4466-B831-B6E4A0E31312}" type="presParOf" srcId="{FCCC05D1-DF93-417F-B654-62516B7F9DAF}" destId="{1CC7A18C-4D95-408B-8709-A68B0298157A}" srcOrd="0" destOrd="0" presId="urn:microsoft.com/office/officeart/2008/layout/LinedList"/>
    <dgm:cxn modelId="{1012C761-3EB2-4230-81A8-5ED72D492724}" type="presParOf" srcId="{FCCC05D1-DF93-417F-B654-62516B7F9DAF}" destId="{BA3D7FB3-6B5F-4027-B135-91E8C6167D0E}" srcOrd="1" destOrd="0" presId="urn:microsoft.com/office/officeart/2008/layout/LinedList"/>
    <dgm:cxn modelId="{8BEB9E36-115F-4610-9800-2939E0F8CB9D}" type="presParOf" srcId="{BA3D7FB3-6B5F-4027-B135-91E8C6167D0E}" destId="{3357F1A6-E57B-41F4-A1ED-C3C77B81EBE5}" srcOrd="0" destOrd="0" presId="urn:microsoft.com/office/officeart/2008/layout/LinedList"/>
    <dgm:cxn modelId="{B4C72404-A6EF-4A26-AC62-8FAD262433FF}" type="presParOf" srcId="{BA3D7FB3-6B5F-4027-B135-91E8C6167D0E}" destId="{DF02AE65-50AF-49BD-A3B8-2B3A204F3491}" srcOrd="1" destOrd="0" presId="urn:microsoft.com/office/officeart/2008/layout/LinedList"/>
    <dgm:cxn modelId="{FBACE0EE-D917-4C69-8777-E0006625197D}" type="presParOf" srcId="{FCCC05D1-DF93-417F-B654-62516B7F9DAF}" destId="{D87DDBA4-5B06-4428-B3EA-DD799275CC41}" srcOrd="2" destOrd="0" presId="urn:microsoft.com/office/officeart/2008/layout/LinedList"/>
    <dgm:cxn modelId="{801CDA60-2291-4D6E-9217-EA00B1606FBF}" type="presParOf" srcId="{FCCC05D1-DF93-417F-B654-62516B7F9DAF}" destId="{44D350D1-B2A3-4D94-BA4A-6AC477E45D3C}" srcOrd="3" destOrd="0" presId="urn:microsoft.com/office/officeart/2008/layout/LinedList"/>
    <dgm:cxn modelId="{1D224BA1-D14F-407C-9308-F792C549B458}" type="presParOf" srcId="{44D350D1-B2A3-4D94-BA4A-6AC477E45D3C}" destId="{236D5225-8746-45C7-9805-9BBEEFDD2974}" srcOrd="0" destOrd="0" presId="urn:microsoft.com/office/officeart/2008/layout/LinedList"/>
    <dgm:cxn modelId="{3CE4E517-E62B-41C1-B116-AD5D25606463}" type="presParOf" srcId="{44D350D1-B2A3-4D94-BA4A-6AC477E45D3C}" destId="{4F92A818-11C7-4264-9E1C-B3BA743FFD79}" srcOrd="1" destOrd="0" presId="urn:microsoft.com/office/officeart/2008/layout/LinedList"/>
    <dgm:cxn modelId="{52C6785E-BB35-4CB8-9EC9-41F3661E15E8}" type="presParOf" srcId="{FCCC05D1-DF93-417F-B654-62516B7F9DAF}" destId="{28CA8EDF-8D3D-456C-8E2D-8A4CF5928EF4}" srcOrd="4" destOrd="0" presId="urn:microsoft.com/office/officeart/2008/layout/LinedList"/>
    <dgm:cxn modelId="{C67A1C63-3216-4013-A9E0-B30D6CA348F1}" type="presParOf" srcId="{FCCC05D1-DF93-417F-B654-62516B7F9DAF}" destId="{DB19836B-144C-48D9-83DC-1CDA0A13E4F1}" srcOrd="5" destOrd="0" presId="urn:microsoft.com/office/officeart/2008/layout/LinedList"/>
    <dgm:cxn modelId="{BFA348BB-6EF8-484C-9C88-72AEA81C7B6A}" type="presParOf" srcId="{DB19836B-144C-48D9-83DC-1CDA0A13E4F1}" destId="{4C2807DC-B73A-4F05-B7F0-B0168C5FD067}" srcOrd="0" destOrd="0" presId="urn:microsoft.com/office/officeart/2008/layout/LinedList"/>
    <dgm:cxn modelId="{DCB266E3-C38A-4DF8-A3F5-B506CEE8C3BE}" type="presParOf" srcId="{DB19836B-144C-48D9-83DC-1CDA0A13E4F1}" destId="{7E411C61-1291-4AA0-904D-439DD8D726BD}" srcOrd="1" destOrd="0" presId="urn:microsoft.com/office/officeart/2008/layout/LinedList"/>
    <dgm:cxn modelId="{E6D5A7D1-C796-47DF-B86C-FBBD2E11392F}" type="presParOf" srcId="{FCCC05D1-DF93-417F-B654-62516B7F9DAF}" destId="{8F4FEEDE-870D-42C6-BF65-FC35AEB94A2F}" srcOrd="6" destOrd="0" presId="urn:microsoft.com/office/officeart/2008/layout/LinedList"/>
    <dgm:cxn modelId="{A88D632B-0146-4B1D-AE2C-0C67E978C207}" type="presParOf" srcId="{FCCC05D1-DF93-417F-B654-62516B7F9DAF}" destId="{C46FC20D-4EAD-4DAE-9D68-A38A2863DD2D}" srcOrd="7" destOrd="0" presId="urn:microsoft.com/office/officeart/2008/layout/LinedList"/>
    <dgm:cxn modelId="{8C949002-6355-43E5-B518-4CD29B341DB6}" type="presParOf" srcId="{C46FC20D-4EAD-4DAE-9D68-A38A2863DD2D}" destId="{89C38F76-7E0B-495B-8B3A-7C61D0D1B9B7}" srcOrd="0" destOrd="0" presId="urn:microsoft.com/office/officeart/2008/layout/LinedList"/>
    <dgm:cxn modelId="{B930B46B-B597-4B7B-8A0E-BF695791C554}" type="presParOf" srcId="{C46FC20D-4EAD-4DAE-9D68-A38A2863DD2D}" destId="{1545A4A2-6651-410E-A75F-15BF5EE88C60}" srcOrd="1" destOrd="0" presId="urn:microsoft.com/office/officeart/2008/layout/LinedList"/>
    <dgm:cxn modelId="{33F391E4-40D1-4126-9D16-95BFEB3AB4E7}" type="presParOf" srcId="{FCCC05D1-DF93-417F-B654-62516B7F9DAF}" destId="{4FEB6457-6411-4792-904F-BEAA953078FD}" srcOrd="8" destOrd="0" presId="urn:microsoft.com/office/officeart/2008/layout/LinedList"/>
    <dgm:cxn modelId="{18702746-CC59-40F2-9AB2-63C36E7D29F9}" type="presParOf" srcId="{FCCC05D1-DF93-417F-B654-62516B7F9DAF}" destId="{C37AEC1A-2989-447A-B963-1988FB07AFDE}" srcOrd="9" destOrd="0" presId="urn:microsoft.com/office/officeart/2008/layout/LinedList"/>
    <dgm:cxn modelId="{A59F4873-D65E-4808-ACDE-BB4B1D507A66}" type="presParOf" srcId="{C37AEC1A-2989-447A-B963-1988FB07AFDE}" destId="{13C2FC58-1006-4714-92ED-DB729E47ABF0}" srcOrd="0" destOrd="0" presId="urn:microsoft.com/office/officeart/2008/layout/LinedList"/>
    <dgm:cxn modelId="{5492DC0C-3562-42F4-9D5D-BF63ACA1A81D}" type="presParOf" srcId="{C37AEC1A-2989-447A-B963-1988FB07AFDE}" destId="{2CA4394D-C83B-4490-9DE4-D61A8E45F3F4}" srcOrd="1" destOrd="0" presId="urn:microsoft.com/office/officeart/2008/layout/LinedList"/>
    <dgm:cxn modelId="{B630CE6C-8FF4-4716-968C-677E12592E25}" type="presParOf" srcId="{FCCC05D1-DF93-417F-B654-62516B7F9DAF}" destId="{DF0319A7-64D4-4877-8E36-A06E91AE7945}" srcOrd="10" destOrd="0" presId="urn:microsoft.com/office/officeart/2008/layout/LinedList"/>
    <dgm:cxn modelId="{52CA236F-C8AE-4B5A-8790-B2D65EBAFC48}" type="presParOf" srcId="{FCCC05D1-DF93-417F-B654-62516B7F9DAF}" destId="{044DA99D-E3A4-4E9D-B1CA-A6B2BFBF0AAD}" srcOrd="11" destOrd="0" presId="urn:microsoft.com/office/officeart/2008/layout/LinedList"/>
    <dgm:cxn modelId="{635C14EA-9C90-46E7-BC81-53AAD150B66D}" type="presParOf" srcId="{044DA99D-E3A4-4E9D-B1CA-A6B2BFBF0AAD}" destId="{253C5B61-207C-4779-8A31-AC51B24B04DA}" srcOrd="0" destOrd="0" presId="urn:microsoft.com/office/officeart/2008/layout/LinedList"/>
    <dgm:cxn modelId="{2D195217-7BA6-43D3-A319-67C1F2F14422}" type="presParOf" srcId="{044DA99D-E3A4-4E9D-B1CA-A6B2BFBF0AAD}" destId="{24828919-0880-4155-AEC5-15E83412842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C7A18C-4D95-408B-8709-A68B0298157A}">
      <dsp:nvSpPr>
        <dsp:cNvPr id="0" name=""/>
        <dsp:cNvSpPr/>
      </dsp:nvSpPr>
      <dsp:spPr>
        <a:xfrm>
          <a:off x="0" y="2715"/>
          <a:ext cx="630372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57F1A6-E57B-41F4-A1ED-C3C77B81EBE5}">
      <dsp:nvSpPr>
        <dsp:cNvPr id="0" name=""/>
        <dsp:cNvSpPr/>
      </dsp:nvSpPr>
      <dsp:spPr>
        <a:xfrm>
          <a:off x="0" y="2715"/>
          <a:ext cx="6303729" cy="9259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Residential - 1</a:t>
          </a:r>
        </a:p>
      </dsp:txBody>
      <dsp:txXfrm>
        <a:off x="0" y="2715"/>
        <a:ext cx="6303729" cy="925901"/>
      </dsp:txXfrm>
    </dsp:sp>
    <dsp:sp modelId="{D87DDBA4-5B06-4428-B3EA-DD799275CC41}">
      <dsp:nvSpPr>
        <dsp:cNvPr id="0" name=""/>
        <dsp:cNvSpPr/>
      </dsp:nvSpPr>
      <dsp:spPr>
        <a:xfrm>
          <a:off x="0" y="928616"/>
          <a:ext cx="6303729" cy="0"/>
        </a:xfrm>
        <a:prstGeom prst="line">
          <a:avLst/>
        </a:prstGeom>
        <a:solidFill>
          <a:schemeClr val="accent2">
            <a:hueOff val="1288723"/>
            <a:satOff val="-3699"/>
            <a:lumOff val="-5922"/>
            <a:alphaOff val="0"/>
          </a:schemeClr>
        </a:solidFill>
        <a:ln w="19050" cap="flat" cmpd="sng" algn="ctr">
          <a:solidFill>
            <a:schemeClr val="accent2">
              <a:hueOff val="1288723"/>
              <a:satOff val="-3699"/>
              <a:lumOff val="-5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6D5225-8746-45C7-9805-9BBEEFDD2974}">
      <dsp:nvSpPr>
        <dsp:cNvPr id="0" name=""/>
        <dsp:cNvSpPr/>
      </dsp:nvSpPr>
      <dsp:spPr>
        <a:xfrm>
          <a:off x="0" y="928616"/>
          <a:ext cx="6303729" cy="9259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Commercial - 2</a:t>
          </a:r>
        </a:p>
      </dsp:txBody>
      <dsp:txXfrm>
        <a:off x="0" y="928616"/>
        <a:ext cx="6303729" cy="925901"/>
      </dsp:txXfrm>
    </dsp:sp>
    <dsp:sp modelId="{28CA8EDF-8D3D-456C-8E2D-8A4CF5928EF4}">
      <dsp:nvSpPr>
        <dsp:cNvPr id="0" name=""/>
        <dsp:cNvSpPr/>
      </dsp:nvSpPr>
      <dsp:spPr>
        <a:xfrm>
          <a:off x="0" y="1854518"/>
          <a:ext cx="6303729" cy="0"/>
        </a:xfrm>
        <a:prstGeom prst="line">
          <a:avLst/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19050" cap="flat" cmpd="sng" algn="ctr">
          <a:solidFill>
            <a:schemeClr val="accent2">
              <a:hueOff val="2577445"/>
              <a:satOff val="-7397"/>
              <a:lumOff val="-1184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2807DC-B73A-4F05-B7F0-B0168C5FD067}">
      <dsp:nvSpPr>
        <dsp:cNvPr id="0" name=""/>
        <dsp:cNvSpPr/>
      </dsp:nvSpPr>
      <dsp:spPr>
        <a:xfrm>
          <a:off x="0" y="1854518"/>
          <a:ext cx="6303729" cy="9259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Industrial - 3 + 4</a:t>
          </a:r>
        </a:p>
      </dsp:txBody>
      <dsp:txXfrm>
        <a:off x="0" y="1854518"/>
        <a:ext cx="6303729" cy="925901"/>
      </dsp:txXfrm>
    </dsp:sp>
    <dsp:sp modelId="{8F4FEEDE-870D-42C6-BF65-FC35AEB94A2F}">
      <dsp:nvSpPr>
        <dsp:cNvPr id="0" name=""/>
        <dsp:cNvSpPr/>
      </dsp:nvSpPr>
      <dsp:spPr>
        <a:xfrm>
          <a:off x="0" y="2780419"/>
          <a:ext cx="6303729" cy="0"/>
        </a:xfrm>
        <a:prstGeom prst="line">
          <a:avLst/>
        </a:prstGeom>
        <a:solidFill>
          <a:schemeClr val="accent2">
            <a:hueOff val="3866169"/>
            <a:satOff val="-11096"/>
            <a:lumOff val="-17765"/>
            <a:alphaOff val="0"/>
          </a:schemeClr>
        </a:solidFill>
        <a:ln w="19050" cap="flat" cmpd="sng" algn="ctr">
          <a:solidFill>
            <a:schemeClr val="accent2">
              <a:hueOff val="3866169"/>
              <a:satOff val="-11096"/>
              <a:lumOff val="-17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C38F76-7E0B-495B-8B3A-7C61D0D1B9B7}">
      <dsp:nvSpPr>
        <dsp:cNvPr id="0" name=""/>
        <dsp:cNvSpPr/>
      </dsp:nvSpPr>
      <dsp:spPr>
        <a:xfrm>
          <a:off x="0" y="2780419"/>
          <a:ext cx="6303729" cy="9259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Agriculture - 5</a:t>
          </a:r>
        </a:p>
      </dsp:txBody>
      <dsp:txXfrm>
        <a:off x="0" y="2780419"/>
        <a:ext cx="6303729" cy="925901"/>
      </dsp:txXfrm>
    </dsp:sp>
    <dsp:sp modelId="{4FEB6457-6411-4792-904F-BEAA953078FD}">
      <dsp:nvSpPr>
        <dsp:cNvPr id="0" name=""/>
        <dsp:cNvSpPr/>
      </dsp:nvSpPr>
      <dsp:spPr>
        <a:xfrm>
          <a:off x="0" y="3706320"/>
          <a:ext cx="6303729" cy="0"/>
        </a:xfrm>
        <a:prstGeom prst="line">
          <a:avLst/>
        </a:prstGeom>
        <a:solidFill>
          <a:schemeClr val="accent2">
            <a:hueOff val="5154891"/>
            <a:satOff val="-14794"/>
            <a:lumOff val="-23687"/>
            <a:alphaOff val="0"/>
          </a:schemeClr>
        </a:solidFill>
        <a:ln w="19050" cap="flat" cmpd="sng" algn="ctr">
          <a:solidFill>
            <a:schemeClr val="accent2">
              <a:hueOff val="5154891"/>
              <a:satOff val="-14794"/>
              <a:lumOff val="-2368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C2FC58-1006-4714-92ED-DB729E47ABF0}">
      <dsp:nvSpPr>
        <dsp:cNvPr id="0" name=""/>
        <dsp:cNvSpPr/>
      </dsp:nvSpPr>
      <dsp:spPr>
        <a:xfrm>
          <a:off x="0" y="3706320"/>
          <a:ext cx="6303729" cy="9259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Others - 6 + 7B</a:t>
          </a:r>
        </a:p>
      </dsp:txBody>
      <dsp:txXfrm>
        <a:off x="0" y="3706320"/>
        <a:ext cx="6303729" cy="925901"/>
      </dsp:txXfrm>
    </dsp:sp>
    <dsp:sp modelId="{DF0319A7-64D4-4877-8E36-A06E91AE7945}">
      <dsp:nvSpPr>
        <dsp:cNvPr id="0" name=""/>
        <dsp:cNvSpPr/>
      </dsp:nvSpPr>
      <dsp:spPr>
        <a:xfrm>
          <a:off x="0" y="4632222"/>
          <a:ext cx="6303729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3C5B61-207C-4779-8A31-AC51B24B04DA}">
      <dsp:nvSpPr>
        <dsp:cNvPr id="0" name=""/>
        <dsp:cNvSpPr/>
      </dsp:nvSpPr>
      <dsp:spPr>
        <a:xfrm>
          <a:off x="0" y="4632222"/>
          <a:ext cx="6303729" cy="9259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HT Industrial - SPDCL</a:t>
          </a:r>
        </a:p>
      </dsp:txBody>
      <dsp:txXfrm>
        <a:off x="0" y="4632222"/>
        <a:ext cx="6303729" cy="9259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3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81400" y="965580"/>
            <a:ext cx="5204489" cy="3160593"/>
          </a:xfrm>
        </p:spPr>
        <p:txBody>
          <a:bodyPr>
            <a:normAutofit/>
          </a:bodyPr>
          <a:lstStyle/>
          <a:p>
            <a:r>
              <a:rPr lang="en-US" sz="5400">
                <a:solidFill>
                  <a:schemeClr val="bg1"/>
                </a:solidFill>
              </a:rPr>
              <a:t>Data Analysis and Forecasting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20817" y="4409960"/>
            <a:ext cx="4508641" cy="1116414"/>
          </a:xfrm>
        </p:spPr>
        <p:txBody>
          <a:bodyPr>
            <a:normAutofit/>
          </a:bodyPr>
          <a:lstStyle/>
          <a:p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16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0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62D0FF-6909-DF1C-5BDC-93BE686BF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40241-558A-CE0C-1F01-3056B75D6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/>
              <a:t>220 KV data is shared for two years starting from Dec. 2023 to Nov. 2025 – data is at 1 hour granularity</a:t>
            </a:r>
          </a:p>
          <a:p>
            <a:r>
              <a:rPr lang="en-US" sz="2400"/>
              <a:t>Data is highly fluctuating</a:t>
            </a:r>
          </a:p>
          <a:p>
            <a:r>
              <a:rPr lang="en-US" sz="2400"/>
              <a:t>Demand is a function of residential, commercial and agricultural loads</a:t>
            </a:r>
          </a:p>
          <a:p>
            <a:r>
              <a:rPr lang="en-US" sz="2400"/>
              <a:t>In the </a:t>
            </a:r>
            <a:r>
              <a:rPr lang="en-US" sz="2400" err="1"/>
              <a:t>Kuppam</a:t>
            </a:r>
            <a:r>
              <a:rPr lang="en-US" sz="2400"/>
              <a:t> geography, it seems agricultural loads dominates and has been observed that the total load is higher during the crop seasons</a:t>
            </a:r>
          </a:p>
          <a:p>
            <a:r>
              <a:rPr lang="en-US" sz="2400"/>
              <a:t>Long-term forecasting approach is proposed and implemented considering climate and macro-economic indicators and demand auto-regressive features</a:t>
            </a:r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12177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50C2D2-410D-FC13-2BA2-AC7BE256F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sz="4100">
                <a:solidFill>
                  <a:srgbClr val="FFFFFF"/>
                </a:solidFill>
              </a:rPr>
              <a:t>Observations 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6F633-1727-611C-7995-F61B72B1A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ea typeface="+mn-lt"/>
                <a:cs typeface="+mn-lt"/>
              </a:rPr>
              <a:t>Higher energy consumption is observed in rainy season and as well as post rainy season </a:t>
            </a:r>
            <a:endParaRPr lang="en-US"/>
          </a:p>
          <a:p>
            <a:r>
              <a:rPr lang="en-US" err="1">
                <a:ea typeface="+mn-lt"/>
                <a:cs typeface="+mn-lt"/>
              </a:rPr>
              <a:t>Kuppam</a:t>
            </a:r>
            <a:r>
              <a:rPr lang="en-US">
                <a:ea typeface="+mn-lt"/>
                <a:cs typeface="+mn-lt"/>
              </a:rPr>
              <a:t> demand seems to have major consumption from agriculture</a:t>
            </a:r>
          </a:p>
          <a:p>
            <a:r>
              <a:rPr lang="en-US">
                <a:ea typeface="+mn-lt"/>
                <a:cs typeface="+mn-lt"/>
              </a:rPr>
              <a:t>Higher demand is noticed in the following months (can be noticed in the graph in next slide)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Kharif – June to October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Rabi – Nov. To Mar </a:t>
            </a:r>
          </a:p>
          <a:p>
            <a:endParaRPr lang="en-US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714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351BA4-179F-8D13-818C-93357E98A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Monthly Aggregate Consumption –220 KV SS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97B03E02-3B0A-F8E2-FD10-9A8046D3E37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37418885"/>
              </p:ext>
            </p:extLst>
          </p:nvPr>
        </p:nvGraphicFramePr>
        <p:xfrm>
          <a:off x="857199" y="1907544"/>
          <a:ext cx="10905066" cy="43941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2887B5B-EBE6-C79C-68BA-475ADC134DBD}"/>
              </a:ext>
            </a:extLst>
          </p:cNvPr>
          <p:cNvCxnSpPr/>
          <p:nvPr/>
        </p:nvCxnSpPr>
        <p:spPr>
          <a:xfrm>
            <a:off x="1947333" y="5916083"/>
            <a:ext cx="4413250" cy="21166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CCB7615-BC71-EA73-01C7-8DEE0D74CF52}"/>
              </a:ext>
            </a:extLst>
          </p:cNvPr>
          <p:cNvCxnSpPr>
            <a:cxnSpLocks/>
          </p:cNvCxnSpPr>
          <p:nvPr/>
        </p:nvCxnSpPr>
        <p:spPr>
          <a:xfrm>
            <a:off x="6798113" y="5916083"/>
            <a:ext cx="4413250" cy="21166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713DAC7-C744-E803-8F25-28E9567E6DA4}"/>
              </a:ext>
            </a:extLst>
          </p:cNvPr>
          <p:cNvSpPr txBox="1"/>
          <p:nvPr/>
        </p:nvSpPr>
        <p:spPr>
          <a:xfrm>
            <a:off x="3767666" y="6064249"/>
            <a:ext cx="77258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2024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A8DF22-8B4F-94B5-A8CC-4969BD1AEDBD}"/>
              </a:ext>
            </a:extLst>
          </p:cNvPr>
          <p:cNvSpPr txBox="1"/>
          <p:nvPr/>
        </p:nvSpPr>
        <p:spPr>
          <a:xfrm>
            <a:off x="8419171" y="5928731"/>
            <a:ext cx="8642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Aptos"/>
              </a:rPr>
              <a:t>2025</a:t>
            </a:r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1870957-64B4-9A02-1FFA-35C27F38D830}"/>
              </a:ext>
            </a:extLst>
          </p:cNvPr>
          <p:cNvSpPr/>
          <p:nvPr/>
        </p:nvSpPr>
        <p:spPr>
          <a:xfrm>
            <a:off x="1638868" y="2729467"/>
            <a:ext cx="1672166" cy="6985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A82BA31-BF00-CF0E-F8C5-68924F4EACD4}"/>
              </a:ext>
            </a:extLst>
          </p:cNvPr>
          <p:cNvSpPr/>
          <p:nvPr/>
        </p:nvSpPr>
        <p:spPr>
          <a:xfrm>
            <a:off x="3934160" y="2729467"/>
            <a:ext cx="1672166" cy="6985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D001470-C13F-9684-D5D0-322E5F5C67C5}"/>
              </a:ext>
            </a:extLst>
          </p:cNvPr>
          <p:cNvSpPr/>
          <p:nvPr/>
        </p:nvSpPr>
        <p:spPr>
          <a:xfrm>
            <a:off x="6796307" y="2729467"/>
            <a:ext cx="1672166" cy="6985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F5607CC-B3DF-61B9-EE79-43C99A7E0272}"/>
              </a:ext>
            </a:extLst>
          </p:cNvPr>
          <p:cNvSpPr/>
          <p:nvPr/>
        </p:nvSpPr>
        <p:spPr>
          <a:xfrm>
            <a:off x="9082306" y="2729466"/>
            <a:ext cx="1672166" cy="6985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11B587-3C2B-061B-B476-F042AA9032D3}"/>
              </a:ext>
            </a:extLst>
          </p:cNvPr>
          <p:cNvSpPr txBox="1"/>
          <p:nvPr/>
        </p:nvSpPr>
        <p:spPr>
          <a:xfrm>
            <a:off x="4878659" y="1579756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Aptos"/>
              </a:rPr>
              <a:t>Agricultural load due to crop season</a:t>
            </a:r>
            <a:endParaRPr lang="en-US"/>
          </a:p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4A175ED-5CFC-7DF0-B47D-B33E56A93216}"/>
              </a:ext>
            </a:extLst>
          </p:cNvPr>
          <p:cNvCxnSpPr/>
          <p:nvPr/>
        </p:nvCxnSpPr>
        <p:spPr>
          <a:xfrm flipH="1" flipV="1">
            <a:off x="7099609" y="1888479"/>
            <a:ext cx="2022449" cy="9821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602BF5B-6CA6-9BEA-6443-8A3578D84CBC}"/>
              </a:ext>
            </a:extLst>
          </p:cNvPr>
          <p:cNvCxnSpPr>
            <a:cxnSpLocks/>
          </p:cNvCxnSpPr>
          <p:nvPr/>
        </p:nvCxnSpPr>
        <p:spPr>
          <a:xfrm flipV="1">
            <a:off x="4503595" y="1869894"/>
            <a:ext cx="914039" cy="8335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C63094D-8BE9-03AB-DADC-EF5BB6FD6708}"/>
              </a:ext>
            </a:extLst>
          </p:cNvPr>
          <p:cNvCxnSpPr>
            <a:cxnSpLocks/>
          </p:cNvCxnSpPr>
          <p:nvPr/>
        </p:nvCxnSpPr>
        <p:spPr>
          <a:xfrm flipV="1">
            <a:off x="6743131" y="1925649"/>
            <a:ext cx="272844" cy="10379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C8E6D22-741F-6B64-73DF-24FC2F2DDE11}"/>
              </a:ext>
            </a:extLst>
          </p:cNvPr>
          <p:cNvCxnSpPr>
            <a:cxnSpLocks/>
          </p:cNvCxnSpPr>
          <p:nvPr/>
        </p:nvCxnSpPr>
        <p:spPr>
          <a:xfrm flipV="1">
            <a:off x="2756571" y="1832722"/>
            <a:ext cx="2270768" cy="8985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3040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45D489D-16E1-484D-867B-144368D74B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A496F5-B01E-4BF8-9D1E-C4E53B6F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2257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6E895C8D-1379-40B8-8B1B-B6F5AEAF0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746107">
            <a:off x="2906963" y="1348064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75A5A5-5556-B29C-3FC5-5B1434083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Monthly Aggregates based on Revenues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9F8BB94-BEF6-7A90-EF68-7E2BDB43DF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2720970"/>
              </p:ext>
            </p:extLst>
          </p:nvPr>
        </p:nvGraphicFramePr>
        <p:xfrm>
          <a:off x="5237018" y="653693"/>
          <a:ext cx="6303729" cy="55608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00758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917318-1074-2862-5AAC-07F14875D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Comparison between 220 kV load and Monthly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A79ECF-29C4-4B79-21B1-6B77E65D6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1585701"/>
            <a:ext cx="7188199" cy="3683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385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FFA8AF-C67E-6421-806F-65333D942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Agricultural Load Impact on Total Load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5A8629-F8EF-A96F-C42F-6A46A56C1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592" y="1675227"/>
            <a:ext cx="10774816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433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F0D13F-BCD4-CA75-5C99-823B1931C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Correlation Matrix – Features Importance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4C437F9-427D-1FBE-53BA-5EBFBD4EAD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0548760"/>
              </p:ext>
            </p:extLst>
          </p:nvPr>
        </p:nvGraphicFramePr>
        <p:xfrm>
          <a:off x="643467" y="2037027"/>
          <a:ext cx="10905070" cy="367060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344415">
                  <a:extLst>
                    <a:ext uri="{9D8B030D-6E8A-4147-A177-3AD203B41FA5}">
                      <a16:colId xmlns:a16="http://schemas.microsoft.com/office/drawing/2014/main" val="2168449208"/>
                    </a:ext>
                  </a:extLst>
                </a:gridCol>
                <a:gridCol w="1183434">
                  <a:extLst>
                    <a:ext uri="{9D8B030D-6E8A-4147-A177-3AD203B41FA5}">
                      <a16:colId xmlns:a16="http://schemas.microsoft.com/office/drawing/2014/main" val="3904966319"/>
                    </a:ext>
                  </a:extLst>
                </a:gridCol>
                <a:gridCol w="1161455">
                  <a:extLst>
                    <a:ext uri="{9D8B030D-6E8A-4147-A177-3AD203B41FA5}">
                      <a16:colId xmlns:a16="http://schemas.microsoft.com/office/drawing/2014/main" val="1204172669"/>
                    </a:ext>
                  </a:extLst>
                </a:gridCol>
                <a:gridCol w="1493500">
                  <a:extLst>
                    <a:ext uri="{9D8B030D-6E8A-4147-A177-3AD203B41FA5}">
                      <a16:colId xmlns:a16="http://schemas.microsoft.com/office/drawing/2014/main" val="1290078421"/>
                    </a:ext>
                  </a:extLst>
                </a:gridCol>
                <a:gridCol w="1434047">
                  <a:extLst>
                    <a:ext uri="{9D8B030D-6E8A-4147-A177-3AD203B41FA5}">
                      <a16:colId xmlns:a16="http://schemas.microsoft.com/office/drawing/2014/main" val="457651344"/>
                    </a:ext>
                  </a:extLst>
                </a:gridCol>
                <a:gridCol w="1392279">
                  <a:extLst>
                    <a:ext uri="{9D8B030D-6E8A-4147-A177-3AD203B41FA5}">
                      <a16:colId xmlns:a16="http://schemas.microsoft.com/office/drawing/2014/main" val="610591593"/>
                    </a:ext>
                  </a:extLst>
                </a:gridCol>
                <a:gridCol w="1364433">
                  <a:extLst>
                    <a:ext uri="{9D8B030D-6E8A-4147-A177-3AD203B41FA5}">
                      <a16:colId xmlns:a16="http://schemas.microsoft.com/office/drawing/2014/main" val="1167858231"/>
                    </a:ext>
                  </a:extLst>
                </a:gridCol>
                <a:gridCol w="1531507">
                  <a:extLst>
                    <a:ext uri="{9D8B030D-6E8A-4147-A177-3AD203B41FA5}">
                      <a16:colId xmlns:a16="http://schemas.microsoft.com/office/drawing/2014/main" val="1232489987"/>
                    </a:ext>
                  </a:extLst>
                </a:gridCol>
              </a:tblGrid>
              <a:tr h="45882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166560" marR="124920" marT="83279" marB="8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/>
                        </a:rPr>
                        <a:t>Total</a:t>
                      </a:r>
                    </a:p>
                  </a:txBody>
                  <a:tcPr marL="166560" marR="124920" marT="83279" marB="8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/>
                        </a:rPr>
                        <a:t>Tmax_C</a:t>
                      </a:r>
                    </a:p>
                  </a:txBody>
                  <a:tcPr marL="166560" marR="124920" marT="83279" marB="8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/>
                        </a:rPr>
                        <a:t>Tmin_C</a:t>
                      </a:r>
                    </a:p>
                  </a:txBody>
                  <a:tcPr marL="166560" marR="124920" marT="83279" marB="8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/>
                        </a:rPr>
                        <a:t>Rain_mm</a:t>
                      </a:r>
                    </a:p>
                  </a:txBody>
                  <a:tcPr marL="166560" marR="124920" marT="83279" marB="8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/>
                        </a:rPr>
                        <a:t>Rain_pct</a:t>
                      </a:r>
                    </a:p>
                  </a:txBody>
                  <a:tcPr marL="166560" marR="124920" marT="83279" marB="8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/>
                        </a:rPr>
                        <a:t>Sun_hrs</a:t>
                      </a:r>
                    </a:p>
                  </a:txBody>
                  <a:tcPr marL="166560" marR="124920" marT="83279" marB="8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/>
                        </a:rPr>
                        <a:t>Wind_kmh</a:t>
                      </a:r>
                    </a:p>
                  </a:txBody>
                  <a:tcPr marL="166560" marR="124920" marT="83279" marB="83279" anchor="ctr"/>
                </a:tc>
                <a:extLst>
                  <a:ext uri="{0D108BD9-81ED-4DB2-BD59-A6C34878D82A}">
                    <a16:rowId xmlns:a16="http://schemas.microsoft.com/office/drawing/2014/main" val="2643747014"/>
                  </a:ext>
                </a:extLst>
              </a:tr>
              <a:tr h="458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/>
                        </a:rPr>
                        <a:t>Total</a:t>
                      </a:r>
                    </a:p>
                  </a:txBody>
                  <a:tcPr marL="166560" marR="124920" marT="83279" marB="8327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166560" marR="124920" marT="83279" marB="8327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/>
                        </a:rPr>
                        <a:t>0.21</a:t>
                      </a:r>
                    </a:p>
                  </a:txBody>
                  <a:tcPr marL="166560" marR="124920" marT="83279" marB="8327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/>
                        </a:rPr>
                        <a:t>-0.06</a:t>
                      </a:r>
                    </a:p>
                  </a:txBody>
                  <a:tcPr marL="166560" marR="124920" marT="83279" marB="8327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/>
                        </a:rPr>
                        <a:t>-0.31</a:t>
                      </a:r>
                    </a:p>
                  </a:txBody>
                  <a:tcPr marL="166560" marR="124920" marT="83279" marB="8327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/>
                        </a:rPr>
                        <a:t>-0.32</a:t>
                      </a:r>
                    </a:p>
                  </a:txBody>
                  <a:tcPr marL="166560" marR="124920" marT="83279" marB="8327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/>
                        </a:rPr>
                        <a:t>0.31</a:t>
                      </a:r>
                    </a:p>
                  </a:txBody>
                  <a:tcPr marL="166560" marR="124920" marT="83279" marB="8327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166560" marR="124920" marT="83279" marB="83279" anchor="ctr"/>
                </a:tc>
                <a:extLst>
                  <a:ext uri="{0D108BD9-81ED-4DB2-BD59-A6C34878D82A}">
                    <a16:rowId xmlns:a16="http://schemas.microsoft.com/office/drawing/2014/main" val="3128907226"/>
                  </a:ext>
                </a:extLst>
              </a:tr>
              <a:tr h="458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/>
                        </a:rPr>
                        <a:t>Tmax_C</a:t>
                      </a:r>
                    </a:p>
                  </a:txBody>
                  <a:tcPr marL="166560" marR="124920" marT="83279" marB="8327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/>
                        </a:rPr>
                        <a:t>0.21</a:t>
                      </a:r>
                    </a:p>
                  </a:txBody>
                  <a:tcPr marL="166560" marR="124920" marT="83279" marB="8327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166560" marR="124920" marT="83279" marB="8327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/>
                        </a:rPr>
                        <a:t>0.77</a:t>
                      </a:r>
                    </a:p>
                  </a:txBody>
                  <a:tcPr marL="166560" marR="124920" marT="83279" marB="8327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/>
                        </a:rPr>
                        <a:t>-0.09</a:t>
                      </a:r>
                    </a:p>
                  </a:txBody>
                  <a:tcPr marL="166560" marR="124920" marT="83279" marB="8327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/>
                        </a:rPr>
                        <a:t>-0.03</a:t>
                      </a:r>
                    </a:p>
                  </a:txBody>
                  <a:tcPr marL="166560" marR="124920" marT="83279" marB="8327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/>
                        </a:rPr>
                        <a:t>0.30</a:t>
                      </a:r>
                    </a:p>
                  </a:txBody>
                  <a:tcPr marL="166560" marR="124920" marT="83279" marB="8327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/>
                        </a:rPr>
                        <a:t>0.15</a:t>
                      </a:r>
                    </a:p>
                  </a:txBody>
                  <a:tcPr marL="166560" marR="124920" marT="83279" marB="83279" anchor="ctr"/>
                </a:tc>
                <a:extLst>
                  <a:ext uri="{0D108BD9-81ED-4DB2-BD59-A6C34878D82A}">
                    <a16:rowId xmlns:a16="http://schemas.microsoft.com/office/drawing/2014/main" val="285350450"/>
                  </a:ext>
                </a:extLst>
              </a:tr>
              <a:tr h="458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/>
                        </a:rPr>
                        <a:t>Tmin_C</a:t>
                      </a:r>
                    </a:p>
                  </a:txBody>
                  <a:tcPr marL="166560" marR="124920" marT="83279" marB="8327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/>
                        </a:rPr>
                        <a:t>-0.06</a:t>
                      </a:r>
                    </a:p>
                  </a:txBody>
                  <a:tcPr marL="166560" marR="124920" marT="83279" marB="8327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/>
                        </a:rPr>
                        <a:t>0.77</a:t>
                      </a:r>
                    </a:p>
                  </a:txBody>
                  <a:tcPr marL="166560" marR="124920" marT="83279" marB="8327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166560" marR="124920" marT="83279" marB="8327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/>
                        </a:rPr>
                        <a:t>0.44</a:t>
                      </a:r>
                    </a:p>
                  </a:txBody>
                  <a:tcPr marL="166560" marR="124920" marT="83279" marB="8327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/>
                        </a:rPr>
                        <a:t>0.54</a:t>
                      </a:r>
                    </a:p>
                  </a:txBody>
                  <a:tcPr marL="166560" marR="124920" marT="83279" marB="8327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/>
                        </a:rPr>
                        <a:t>-0.34</a:t>
                      </a:r>
                    </a:p>
                  </a:txBody>
                  <a:tcPr marL="166560" marR="124920" marT="83279" marB="8327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/>
                        </a:rPr>
                        <a:t>0.34</a:t>
                      </a:r>
                    </a:p>
                  </a:txBody>
                  <a:tcPr marL="166560" marR="124920" marT="83279" marB="83279" anchor="ctr"/>
                </a:tc>
                <a:extLst>
                  <a:ext uri="{0D108BD9-81ED-4DB2-BD59-A6C34878D82A}">
                    <a16:rowId xmlns:a16="http://schemas.microsoft.com/office/drawing/2014/main" val="1031894132"/>
                  </a:ext>
                </a:extLst>
              </a:tr>
              <a:tr h="458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/>
                        </a:rPr>
                        <a:t>Rain_mm</a:t>
                      </a:r>
                    </a:p>
                  </a:txBody>
                  <a:tcPr marL="166560" marR="124920" marT="83279" marB="8327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/>
                        </a:rPr>
                        <a:t>-0.31</a:t>
                      </a:r>
                    </a:p>
                  </a:txBody>
                  <a:tcPr marL="166560" marR="124920" marT="83279" marB="8327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/>
                        </a:rPr>
                        <a:t>-0.09</a:t>
                      </a:r>
                    </a:p>
                  </a:txBody>
                  <a:tcPr marL="166560" marR="124920" marT="83279" marB="8327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/>
                        </a:rPr>
                        <a:t>0.44</a:t>
                      </a:r>
                    </a:p>
                  </a:txBody>
                  <a:tcPr marL="166560" marR="124920" marT="83279" marB="8327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166560" marR="124920" marT="83279" marB="8327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/>
                        </a:rPr>
                        <a:t>0.96</a:t>
                      </a:r>
                    </a:p>
                  </a:txBody>
                  <a:tcPr marL="166560" marR="124920" marT="83279" marB="8327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/>
                        </a:rPr>
                        <a:t>-0.68</a:t>
                      </a:r>
                    </a:p>
                  </a:txBody>
                  <a:tcPr marL="166560" marR="124920" marT="83279" marB="8327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/>
                        </a:rPr>
                        <a:t>-0.17</a:t>
                      </a:r>
                    </a:p>
                  </a:txBody>
                  <a:tcPr marL="166560" marR="124920" marT="83279" marB="83279" anchor="ctr"/>
                </a:tc>
                <a:extLst>
                  <a:ext uri="{0D108BD9-81ED-4DB2-BD59-A6C34878D82A}">
                    <a16:rowId xmlns:a16="http://schemas.microsoft.com/office/drawing/2014/main" val="1575949666"/>
                  </a:ext>
                </a:extLst>
              </a:tr>
              <a:tr h="458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/>
                        </a:rPr>
                        <a:t>Rain_pct</a:t>
                      </a:r>
                    </a:p>
                  </a:txBody>
                  <a:tcPr marL="166560" marR="124920" marT="83279" marB="8327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/>
                        </a:rPr>
                        <a:t>-0.32</a:t>
                      </a:r>
                    </a:p>
                  </a:txBody>
                  <a:tcPr marL="166560" marR="124920" marT="83279" marB="8327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/>
                        </a:rPr>
                        <a:t>-0.03</a:t>
                      </a:r>
                    </a:p>
                  </a:txBody>
                  <a:tcPr marL="166560" marR="124920" marT="83279" marB="8327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/>
                        </a:rPr>
                        <a:t>0.54</a:t>
                      </a:r>
                    </a:p>
                  </a:txBody>
                  <a:tcPr marL="166560" marR="124920" marT="83279" marB="8327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/>
                        </a:rPr>
                        <a:t>0.96</a:t>
                      </a:r>
                    </a:p>
                  </a:txBody>
                  <a:tcPr marL="166560" marR="124920" marT="83279" marB="8327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166560" marR="124920" marT="83279" marB="8327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/>
                        </a:rPr>
                        <a:t>-0.79</a:t>
                      </a:r>
                    </a:p>
                  </a:txBody>
                  <a:tcPr marL="166560" marR="124920" marT="83279" marB="8327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/>
                        </a:rPr>
                        <a:t>0.04</a:t>
                      </a:r>
                    </a:p>
                  </a:txBody>
                  <a:tcPr marL="166560" marR="124920" marT="83279" marB="83279" anchor="ctr"/>
                </a:tc>
                <a:extLst>
                  <a:ext uri="{0D108BD9-81ED-4DB2-BD59-A6C34878D82A}">
                    <a16:rowId xmlns:a16="http://schemas.microsoft.com/office/drawing/2014/main" val="274396118"/>
                  </a:ext>
                </a:extLst>
              </a:tr>
              <a:tr h="458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/>
                        </a:rPr>
                        <a:t>Sun_hrs</a:t>
                      </a:r>
                    </a:p>
                  </a:txBody>
                  <a:tcPr marL="166560" marR="124920" marT="83279" marB="8327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/>
                        </a:rPr>
                        <a:t>0.31</a:t>
                      </a:r>
                    </a:p>
                  </a:txBody>
                  <a:tcPr marL="166560" marR="124920" marT="83279" marB="8327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/>
                        </a:rPr>
                        <a:t>0.30</a:t>
                      </a:r>
                    </a:p>
                  </a:txBody>
                  <a:tcPr marL="166560" marR="124920" marT="83279" marB="8327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/>
                        </a:rPr>
                        <a:t>-0.34</a:t>
                      </a:r>
                    </a:p>
                  </a:txBody>
                  <a:tcPr marL="166560" marR="124920" marT="83279" marB="8327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/>
                        </a:rPr>
                        <a:t>-0.68</a:t>
                      </a:r>
                    </a:p>
                  </a:txBody>
                  <a:tcPr marL="166560" marR="124920" marT="83279" marB="8327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/>
                        </a:rPr>
                        <a:t>-0.79</a:t>
                      </a:r>
                    </a:p>
                  </a:txBody>
                  <a:tcPr marL="166560" marR="124920" marT="83279" marB="8327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166560" marR="124920" marT="83279" marB="8327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/>
                        </a:rPr>
                        <a:t>-0.47</a:t>
                      </a:r>
                    </a:p>
                  </a:txBody>
                  <a:tcPr marL="166560" marR="124920" marT="83279" marB="83279" anchor="ctr"/>
                </a:tc>
                <a:extLst>
                  <a:ext uri="{0D108BD9-81ED-4DB2-BD59-A6C34878D82A}">
                    <a16:rowId xmlns:a16="http://schemas.microsoft.com/office/drawing/2014/main" val="1041389829"/>
                  </a:ext>
                </a:extLst>
              </a:tr>
              <a:tr h="458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/>
                        </a:rPr>
                        <a:t>Wind_kmh</a:t>
                      </a:r>
                    </a:p>
                  </a:txBody>
                  <a:tcPr marL="166560" marR="124920" marT="83279" marB="8327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166560" marR="124920" marT="83279" marB="8327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/>
                        </a:rPr>
                        <a:t>0.15</a:t>
                      </a:r>
                    </a:p>
                  </a:txBody>
                  <a:tcPr marL="166560" marR="124920" marT="83279" marB="8327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/>
                        </a:rPr>
                        <a:t>0.34</a:t>
                      </a:r>
                    </a:p>
                  </a:txBody>
                  <a:tcPr marL="166560" marR="124920" marT="83279" marB="8327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/>
                        </a:rPr>
                        <a:t>-0.17</a:t>
                      </a:r>
                    </a:p>
                  </a:txBody>
                  <a:tcPr marL="166560" marR="124920" marT="83279" marB="8327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/>
                        </a:rPr>
                        <a:t>0.04</a:t>
                      </a:r>
                    </a:p>
                  </a:txBody>
                  <a:tcPr marL="166560" marR="124920" marT="83279" marB="8327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/>
                        </a:rPr>
                        <a:t>-0.47</a:t>
                      </a:r>
                    </a:p>
                  </a:txBody>
                  <a:tcPr marL="166560" marR="124920" marT="83279" marB="83279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166560" marR="124920" marT="83279" marB="83279" anchor="ctr"/>
                </a:tc>
                <a:extLst>
                  <a:ext uri="{0D108BD9-81ED-4DB2-BD59-A6C34878D82A}">
                    <a16:rowId xmlns:a16="http://schemas.microsoft.com/office/drawing/2014/main" val="39444036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7016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B504BEE-6640-FDBC-5EDE-FE251F0DB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/>
              <a:t>Forecasting Approach</a:t>
            </a:r>
          </a:p>
        </p:txBody>
      </p:sp>
      <p:sp>
        <p:nvSpPr>
          <p:cNvPr id="23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diagram of a construction process&#10;&#10;AI-generated content may be incorrect.">
            <a:extLst>
              <a:ext uri="{FF2B5EF4-FFF2-40B4-BE49-F238E27FC236}">
                <a16:creationId xmlns:a16="http://schemas.microsoft.com/office/drawing/2014/main" id="{D6FDA21F-8589-44E4-462F-2EF3268C4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124884"/>
            <a:ext cx="6903720" cy="460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870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0BF86F-23D7-0B32-F308-4DC6800C7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D196D-5C9C-570F-5B6C-43EA8224CF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600" b="1">
                <a:latin typeface="Calibri"/>
                <a:ea typeface="Calibri"/>
                <a:cs typeface="Segoe UI"/>
              </a:rPr>
              <a:t>Goal:</a:t>
            </a:r>
            <a:r>
              <a:rPr lang="en-US" sz="1600">
                <a:latin typeface="Calibri"/>
                <a:ea typeface="Calibri"/>
                <a:cs typeface="Segoe UI"/>
              </a:rPr>
              <a:t> Accurate monthly/peak load forecasts with climate + AR structure</a:t>
            </a:r>
            <a:endParaRPr lang="en-US" sz="1600">
              <a:latin typeface="Calibri"/>
              <a:ea typeface="Calibri"/>
              <a:cs typeface="Calibri"/>
            </a:endParaRPr>
          </a:p>
          <a:p>
            <a:r>
              <a:rPr lang="en-US" sz="1600" b="1">
                <a:latin typeface="Calibri"/>
                <a:ea typeface="Calibri"/>
                <a:cs typeface="Segoe UI"/>
              </a:rPr>
              <a:t>Data Inputs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lvl="1"/>
            <a:r>
              <a:rPr lang="en-US" sz="1600">
                <a:latin typeface="Calibri"/>
                <a:ea typeface="Calibri"/>
                <a:cs typeface="Segoe UI"/>
              </a:rPr>
              <a:t>Load by category (monthly/hourly)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lvl="1"/>
            <a:r>
              <a:rPr lang="en-US" sz="1600">
                <a:latin typeface="Calibri"/>
                <a:ea typeface="Calibri"/>
                <a:cs typeface="Segoe UI"/>
              </a:rPr>
              <a:t>Climate: </a:t>
            </a:r>
            <a:r>
              <a:rPr lang="en-US" sz="1600" err="1">
                <a:latin typeface="Calibri"/>
                <a:ea typeface="Calibri"/>
                <a:cs typeface="Segoe UI"/>
              </a:rPr>
              <a:t>Tmax</a:t>
            </a:r>
            <a:r>
              <a:rPr lang="en-US" sz="1600">
                <a:latin typeface="Calibri"/>
                <a:ea typeface="Calibri"/>
                <a:cs typeface="Segoe UI"/>
              </a:rPr>
              <a:t>, </a:t>
            </a:r>
            <a:r>
              <a:rPr lang="en-US" sz="1600" err="1">
                <a:latin typeface="Calibri"/>
                <a:ea typeface="Calibri"/>
                <a:cs typeface="Segoe UI"/>
              </a:rPr>
              <a:t>Tmin</a:t>
            </a:r>
            <a:r>
              <a:rPr lang="en-US" sz="1600">
                <a:latin typeface="Calibri"/>
                <a:ea typeface="Calibri"/>
                <a:cs typeface="Segoe UI"/>
              </a:rPr>
              <a:t>, Rain, </a:t>
            </a:r>
            <a:r>
              <a:rPr lang="en-US" sz="1600" err="1">
                <a:latin typeface="Calibri"/>
                <a:ea typeface="Calibri"/>
                <a:cs typeface="Segoe UI"/>
              </a:rPr>
              <a:t>Sun_hrs</a:t>
            </a:r>
            <a:r>
              <a:rPr lang="en-US" sz="1600">
                <a:latin typeface="Calibri"/>
                <a:ea typeface="Calibri"/>
                <a:cs typeface="Segoe UI"/>
              </a:rPr>
              <a:t>, Wind; engineered </a:t>
            </a:r>
            <a:r>
              <a:rPr lang="en-US" sz="1600" b="1">
                <a:latin typeface="Calibri"/>
                <a:ea typeface="Calibri"/>
                <a:cs typeface="Segoe UI"/>
              </a:rPr>
              <a:t>Rain_Lag1</a:t>
            </a:r>
            <a:r>
              <a:rPr lang="en-US" sz="1600">
                <a:latin typeface="Calibri"/>
                <a:ea typeface="Calibri"/>
                <a:cs typeface="Segoe UI"/>
              </a:rPr>
              <a:t>, </a:t>
            </a:r>
            <a:r>
              <a:rPr lang="en-US" sz="1600" b="1">
                <a:latin typeface="Calibri"/>
                <a:ea typeface="Calibri"/>
                <a:cs typeface="Segoe UI"/>
              </a:rPr>
              <a:t>Rain_Lag1_sq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lvl="1"/>
            <a:r>
              <a:rPr lang="en-US" sz="1600">
                <a:latin typeface="Calibri"/>
                <a:ea typeface="Calibri"/>
                <a:cs typeface="Segoe UI"/>
              </a:rPr>
              <a:t>Macro: </a:t>
            </a:r>
            <a:r>
              <a:rPr lang="en-US" sz="1600" b="1">
                <a:latin typeface="Calibri"/>
                <a:ea typeface="Calibri"/>
                <a:cs typeface="Segoe UI"/>
              </a:rPr>
              <a:t>PCI</a:t>
            </a:r>
            <a:r>
              <a:rPr lang="en-US" sz="1600">
                <a:latin typeface="Calibri"/>
                <a:ea typeface="Calibri"/>
                <a:cs typeface="Segoe UI"/>
              </a:rPr>
              <a:t> (per‑capita income)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lvl="1"/>
            <a:r>
              <a:rPr lang="en-US" sz="1600">
                <a:latin typeface="Calibri"/>
                <a:ea typeface="Calibri"/>
                <a:cs typeface="Segoe UI"/>
              </a:rPr>
              <a:t>Dummies: </a:t>
            </a:r>
            <a:r>
              <a:rPr lang="en-US" sz="1600" b="1" err="1">
                <a:latin typeface="Calibri"/>
                <a:ea typeface="Calibri"/>
                <a:cs typeface="Segoe UI"/>
              </a:rPr>
              <a:t>rFlag</a:t>
            </a:r>
            <a:r>
              <a:rPr lang="en-US" sz="1600">
                <a:latin typeface="Calibri"/>
                <a:ea typeface="Calibri"/>
                <a:cs typeface="Segoe UI"/>
              </a:rPr>
              <a:t> (high‑rain), optional peak helpers (Heatwave/Humidity/Weekend/Festival)</a:t>
            </a:r>
            <a:endParaRPr lang="en-US" sz="1600">
              <a:latin typeface="Calibri"/>
              <a:ea typeface="Calibri"/>
              <a:cs typeface="Calibri"/>
            </a:endParaRPr>
          </a:p>
          <a:p>
            <a:r>
              <a:rPr lang="en-US" sz="1600" b="1">
                <a:latin typeface="Calibri"/>
                <a:ea typeface="Calibri"/>
                <a:cs typeface="Segoe UI"/>
              </a:rPr>
              <a:t>Feature Engineering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lvl="1"/>
            <a:r>
              <a:rPr lang="en-US" sz="1600">
                <a:latin typeface="Calibri"/>
                <a:ea typeface="Calibri"/>
                <a:cs typeface="Segoe UI"/>
              </a:rPr>
              <a:t>Climate + macro + dummies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lvl="1"/>
            <a:r>
              <a:rPr lang="en-US" sz="1600" b="1">
                <a:latin typeface="Calibri"/>
                <a:ea typeface="Calibri"/>
                <a:cs typeface="Segoe UI"/>
              </a:rPr>
              <a:t>Autoregressive (AR) lags</a:t>
            </a:r>
            <a:r>
              <a:rPr lang="en-US" sz="1600">
                <a:latin typeface="Calibri"/>
                <a:ea typeface="Calibri"/>
                <a:cs typeface="Segoe UI"/>
              </a:rPr>
              <a:t> selected via </a:t>
            </a:r>
            <a:r>
              <a:rPr lang="en-US" sz="1600" b="1">
                <a:latin typeface="Calibri"/>
                <a:ea typeface="Calibri"/>
                <a:cs typeface="Segoe UI"/>
              </a:rPr>
              <a:t>PACF</a:t>
            </a:r>
            <a:r>
              <a:rPr lang="en-US" sz="1600">
                <a:latin typeface="Calibri"/>
                <a:ea typeface="Calibri"/>
                <a:cs typeface="Segoe UI"/>
              </a:rPr>
              <a:t> to capture persistence/seasonality</a:t>
            </a:r>
            <a:endParaRPr lang="en-US" sz="1600">
              <a:latin typeface="Calibri"/>
              <a:ea typeface="Calibri"/>
              <a:cs typeface="Calibri"/>
            </a:endParaRPr>
          </a:p>
          <a:p>
            <a:r>
              <a:rPr lang="en-US" sz="1600" b="1">
                <a:latin typeface="Calibri"/>
                <a:ea typeface="Calibri"/>
                <a:cs typeface="Segoe UI"/>
              </a:rPr>
              <a:t>Model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lvl="1"/>
            <a:r>
              <a:rPr lang="en-US" sz="1600" b="1">
                <a:latin typeface="Calibri"/>
                <a:ea typeface="Calibri"/>
                <a:cs typeface="Segoe UI"/>
              </a:rPr>
              <a:t>Random Forest Regressor</a:t>
            </a:r>
            <a:r>
              <a:rPr lang="en-US" sz="1600">
                <a:latin typeface="Calibri"/>
                <a:ea typeface="Calibri"/>
                <a:cs typeface="Segoe UI"/>
              </a:rPr>
              <a:t> (robust, nonlinear), easy swap to </a:t>
            </a:r>
            <a:r>
              <a:rPr lang="en-US" sz="1600" b="1">
                <a:latin typeface="Calibri"/>
                <a:ea typeface="Calibri"/>
                <a:cs typeface="Segoe UI"/>
              </a:rPr>
              <a:t>GBM</a:t>
            </a:r>
            <a:r>
              <a:rPr lang="en-US" sz="1600">
                <a:latin typeface="Calibri"/>
                <a:ea typeface="Calibri"/>
                <a:cs typeface="Segoe UI"/>
              </a:rPr>
              <a:t> for quantiles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lvl="1"/>
            <a:endParaRPr lang="en-US" sz="16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308567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064235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ABCF12B-7EFE-7730-54DA-D8D491F82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r>
              <a:rPr lang="en-US" sz="4800">
                <a:solidFill>
                  <a:schemeClr val="bg1"/>
                </a:solidFill>
                <a:latin typeface="Segoe UI"/>
                <a:cs typeface="Segoe UI"/>
              </a:rPr>
              <a:t>Forecasting Loop → Evaluation → Outputs</a:t>
            </a:r>
            <a:endParaRPr lang="en-US" sz="4800">
              <a:solidFill>
                <a:schemeClr val="bg1"/>
              </a:solidFill>
            </a:endParaRPr>
          </a:p>
          <a:p>
            <a:endParaRPr lang="en-US" sz="480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80455-67D3-BEEC-272D-F1ECF8679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4410" y="841247"/>
            <a:ext cx="4484536" cy="5340097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r>
              <a:rPr lang="en-US" sz="1500" b="1">
                <a:solidFill>
                  <a:schemeClr val="tx2"/>
                </a:solidFill>
                <a:latin typeface="Segoe UI"/>
                <a:cs typeface="Segoe UI"/>
              </a:rPr>
              <a:t>Rolling/Recursive Forecasting</a:t>
            </a:r>
            <a:endParaRPr lang="en-US" sz="1500">
              <a:solidFill>
                <a:schemeClr val="tx2"/>
              </a:solidFill>
            </a:endParaRPr>
          </a:p>
          <a:p>
            <a:r>
              <a:rPr lang="en-US" sz="1500">
                <a:solidFill>
                  <a:schemeClr val="tx2"/>
                </a:solidFill>
                <a:latin typeface="Segoe UI"/>
                <a:cs typeface="Segoe UI"/>
              </a:rPr>
              <a:t>Predict in </a:t>
            </a:r>
            <a:r>
              <a:rPr lang="en-US" sz="1500" b="1">
                <a:solidFill>
                  <a:schemeClr val="tx2"/>
                </a:solidFill>
                <a:latin typeface="Segoe UI"/>
                <a:cs typeface="Segoe UI"/>
              </a:rPr>
              <a:t>blocks</a:t>
            </a:r>
            <a:r>
              <a:rPr lang="en-US" sz="1500">
                <a:solidFill>
                  <a:schemeClr val="tx2"/>
                </a:solidFill>
                <a:latin typeface="Segoe UI"/>
                <a:cs typeface="Segoe UI"/>
              </a:rPr>
              <a:t> (Step size = 6 months): can be modified by user</a:t>
            </a:r>
            <a:endParaRPr lang="en-US" sz="1500">
              <a:solidFill>
                <a:schemeClr val="tx2"/>
              </a:solidFill>
            </a:endParaRPr>
          </a:p>
          <a:p>
            <a:pPr lvl="1"/>
            <a:r>
              <a:rPr lang="en-US" sz="1500">
                <a:solidFill>
                  <a:schemeClr val="tx2"/>
                </a:solidFill>
                <a:latin typeface="Segoe UI"/>
                <a:cs typeface="Segoe UI"/>
              </a:rPr>
              <a:t>Build </a:t>
            </a:r>
            <a:r>
              <a:rPr lang="en-US" sz="1500" b="1" err="1">
                <a:solidFill>
                  <a:schemeClr val="tx2"/>
                </a:solidFill>
                <a:latin typeface="Segoe UI"/>
                <a:cs typeface="Segoe UI"/>
              </a:rPr>
              <a:t>X_test</a:t>
            </a:r>
            <a:r>
              <a:rPr lang="en-US" sz="1500">
                <a:solidFill>
                  <a:schemeClr val="tx2"/>
                </a:solidFill>
                <a:latin typeface="Segoe UI"/>
                <a:cs typeface="Segoe UI"/>
              </a:rPr>
              <a:t> = (future climate + current AR lags)</a:t>
            </a:r>
            <a:endParaRPr lang="en-US" sz="1500">
              <a:solidFill>
                <a:schemeClr val="tx2"/>
              </a:solidFill>
            </a:endParaRPr>
          </a:p>
          <a:p>
            <a:pPr lvl="1"/>
            <a:r>
              <a:rPr lang="en-US" sz="1500" b="1">
                <a:solidFill>
                  <a:schemeClr val="tx2"/>
                </a:solidFill>
                <a:latin typeface="Segoe UI"/>
                <a:cs typeface="Segoe UI"/>
              </a:rPr>
              <a:t>Predict</a:t>
            </a:r>
            <a:r>
              <a:rPr lang="en-US" sz="1500">
                <a:solidFill>
                  <a:schemeClr val="tx2"/>
                </a:solidFill>
                <a:latin typeface="Segoe UI"/>
                <a:cs typeface="Segoe UI"/>
              </a:rPr>
              <a:t>, write predictions back to series for next AR computation</a:t>
            </a:r>
            <a:endParaRPr lang="en-US" sz="1500">
              <a:solidFill>
                <a:schemeClr val="tx2"/>
              </a:solidFill>
            </a:endParaRPr>
          </a:p>
          <a:p>
            <a:pPr lvl="1"/>
            <a:r>
              <a:rPr lang="en-US" sz="1500">
                <a:solidFill>
                  <a:schemeClr val="tx2"/>
                </a:solidFill>
                <a:latin typeface="Segoe UI"/>
                <a:cs typeface="Segoe UI"/>
              </a:rPr>
              <a:t>Advance window and repeat until horizon completes</a:t>
            </a:r>
            <a:endParaRPr lang="en-US" sz="1500">
              <a:solidFill>
                <a:schemeClr val="tx2"/>
              </a:solidFill>
            </a:endParaRPr>
          </a:p>
          <a:p>
            <a:pPr lvl="1"/>
            <a:r>
              <a:rPr lang="en-US" sz="1500" b="1">
                <a:solidFill>
                  <a:schemeClr val="tx2"/>
                </a:solidFill>
                <a:latin typeface="Segoe UI"/>
                <a:cs typeface="Segoe UI"/>
              </a:rPr>
              <a:t>Evaluation (Train=1)</a:t>
            </a:r>
            <a:endParaRPr lang="en-US" sz="1500">
              <a:solidFill>
                <a:schemeClr val="tx2"/>
              </a:solidFill>
            </a:endParaRPr>
          </a:p>
          <a:p>
            <a:r>
              <a:rPr lang="en-US" sz="1500">
                <a:solidFill>
                  <a:schemeClr val="tx2"/>
                </a:solidFill>
                <a:latin typeface="Segoe UI"/>
                <a:cs typeface="Segoe UI"/>
              </a:rPr>
              <a:t>Compare </a:t>
            </a:r>
            <a:r>
              <a:rPr lang="en-US" sz="1500" b="1">
                <a:solidFill>
                  <a:schemeClr val="tx2"/>
                </a:solidFill>
                <a:latin typeface="Segoe UI"/>
                <a:cs typeface="Segoe UI"/>
              </a:rPr>
              <a:t>Predictions vs Actuals</a:t>
            </a:r>
            <a:r>
              <a:rPr lang="en-US" sz="1500">
                <a:solidFill>
                  <a:schemeClr val="tx2"/>
                </a:solidFill>
                <a:latin typeface="Segoe UI"/>
                <a:cs typeface="Segoe UI"/>
              </a:rPr>
              <a:t> over horizon</a:t>
            </a:r>
            <a:endParaRPr lang="en-US" sz="1500">
              <a:solidFill>
                <a:schemeClr val="tx2"/>
              </a:solidFill>
            </a:endParaRPr>
          </a:p>
          <a:p>
            <a:r>
              <a:rPr lang="en-US" sz="1500">
                <a:solidFill>
                  <a:schemeClr val="tx2"/>
                </a:solidFill>
                <a:latin typeface="Segoe UI"/>
                <a:cs typeface="Segoe UI"/>
              </a:rPr>
              <a:t>Report </a:t>
            </a:r>
            <a:r>
              <a:rPr lang="en-US" sz="1500" b="1">
                <a:solidFill>
                  <a:schemeClr val="tx2"/>
                </a:solidFill>
                <a:latin typeface="Segoe UI"/>
                <a:cs typeface="Segoe UI"/>
              </a:rPr>
              <a:t>MAPE</a:t>
            </a:r>
            <a:r>
              <a:rPr lang="en-US" sz="1500">
                <a:solidFill>
                  <a:schemeClr val="tx2"/>
                </a:solidFill>
                <a:latin typeface="Segoe UI"/>
                <a:cs typeface="Segoe UI"/>
              </a:rPr>
              <a:t> (and optionally </a:t>
            </a:r>
            <a:r>
              <a:rPr lang="en-US" sz="1500" err="1">
                <a:solidFill>
                  <a:schemeClr val="tx2"/>
                </a:solidFill>
                <a:latin typeface="Segoe UI"/>
                <a:cs typeface="Segoe UI"/>
              </a:rPr>
              <a:t>sMAPE</a:t>
            </a:r>
            <a:r>
              <a:rPr lang="en-US" sz="1500">
                <a:solidFill>
                  <a:schemeClr val="tx2"/>
                </a:solidFill>
                <a:latin typeface="Segoe UI"/>
                <a:cs typeface="Segoe UI"/>
              </a:rPr>
              <a:t>/Pinball loss for quantiles)</a:t>
            </a:r>
            <a:endParaRPr lang="en-US" sz="1500">
              <a:solidFill>
                <a:schemeClr val="tx2"/>
              </a:solidFill>
            </a:endParaRPr>
          </a:p>
          <a:p>
            <a:r>
              <a:rPr lang="en-US" sz="1500" b="1">
                <a:solidFill>
                  <a:schemeClr val="tx2"/>
                </a:solidFill>
                <a:latin typeface="Segoe UI"/>
                <a:cs typeface="Segoe UI"/>
              </a:rPr>
              <a:t>Deliverables</a:t>
            </a:r>
            <a:endParaRPr lang="en-US" sz="1500">
              <a:solidFill>
                <a:schemeClr val="tx2"/>
              </a:solidFill>
            </a:endParaRPr>
          </a:p>
          <a:p>
            <a:r>
              <a:rPr lang="en-US" sz="1500">
                <a:solidFill>
                  <a:schemeClr val="tx2"/>
                </a:solidFill>
                <a:latin typeface="Consolas"/>
              </a:rPr>
              <a:t>Load_Forecast.csv</a:t>
            </a:r>
            <a:r>
              <a:rPr lang="en-US" sz="1500">
                <a:solidFill>
                  <a:schemeClr val="tx2"/>
                </a:solidFill>
                <a:latin typeface="Segoe UI"/>
                <a:cs typeface="Segoe UI"/>
              </a:rPr>
              <a:t>: monthly predictions per category (aligned to </a:t>
            </a:r>
            <a:r>
              <a:rPr lang="en-US" sz="1500" b="1" err="1">
                <a:solidFill>
                  <a:schemeClr val="tx2"/>
                </a:solidFill>
                <a:latin typeface="Segoe UI"/>
                <a:cs typeface="Segoe UI"/>
              </a:rPr>
              <a:t>TestDates</a:t>
            </a:r>
            <a:r>
              <a:rPr lang="en-US" sz="1500">
                <a:solidFill>
                  <a:schemeClr val="tx2"/>
                </a:solidFill>
                <a:latin typeface="Segoe UI"/>
                <a:cs typeface="Segoe UI"/>
              </a:rPr>
              <a:t>)</a:t>
            </a:r>
            <a:endParaRPr lang="en-US" sz="1500">
              <a:solidFill>
                <a:schemeClr val="tx2"/>
              </a:solidFill>
            </a:endParaRPr>
          </a:p>
          <a:p>
            <a:r>
              <a:rPr lang="en-US" sz="1500">
                <a:solidFill>
                  <a:schemeClr val="tx2"/>
                </a:solidFill>
                <a:latin typeface="Consolas"/>
              </a:rPr>
              <a:t>Load_Actuals.csv</a:t>
            </a:r>
            <a:r>
              <a:rPr lang="en-US" sz="1500">
                <a:solidFill>
                  <a:schemeClr val="tx2"/>
                </a:solidFill>
                <a:latin typeface="Segoe UI"/>
                <a:cs typeface="Segoe UI"/>
              </a:rPr>
              <a:t>: (when Train=1) for quick </a:t>
            </a:r>
            <a:r>
              <a:rPr lang="en-US" sz="1500" err="1">
                <a:solidFill>
                  <a:schemeClr val="tx2"/>
                </a:solidFill>
                <a:latin typeface="Segoe UI"/>
                <a:cs typeface="Segoe UI"/>
              </a:rPr>
              <a:t>backtest</a:t>
            </a:r>
            <a:r>
              <a:rPr lang="en-US" sz="1500">
                <a:solidFill>
                  <a:schemeClr val="tx2"/>
                </a:solidFill>
                <a:latin typeface="Segoe UI"/>
                <a:cs typeface="Segoe UI"/>
              </a:rPr>
              <a:t> review</a:t>
            </a:r>
            <a:endParaRPr lang="en-US" sz="1500">
              <a:solidFill>
                <a:schemeClr val="tx2"/>
              </a:solidFill>
            </a:endParaRPr>
          </a:p>
          <a:p>
            <a:r>
              <a:rPr lang="en-US" sz="1500">
                <a:solidFill>
                  <a:schemeClr val="tx2"/>
                </a:solidFill>
                <a:latin typeface="Segoe UI"/>
                <a:cs typeface="Segoe UI"/>
              </a:rPr>
              <a:t>Correlation heatmap &amp; feature list aid explainability</a:t>
            </a:r>
            <a:endParaRPr lang="en-US" sz="1500">
              <a:solidFill>
                <a:schemeClr val="tx2"/>
              </a:solidFill>
            </a:endParaRPr>
          </a:p>
          <a:p>
            <a:endParaRPr lang="en-US" sz="15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25086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569B18-5D83-AC52-095F-34B937F66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Total Load – Monthly Forecasts ( 3 years ahead)</a:t>
            </a:r>
          </a:p>
        </p:txBody>
      </p:sp>
      <p:sp>
        <p:nvSpPr>
          <p:cNvPr id="41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graph of a load&#10;&#10;AI-generated content may be incorrect.">
            <a:extLst>
              <a:ext uri="{FF2B5EF4-FFF2-40B4-BE49-F238E27FC236}">
                <a16:creationId xmlns:a16="http://schemas.microsoft.com/office/drawing/2014/main" id="{F7EE15CB-6D3E-1B57-C36D-94772E202B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480" y="2633472"/>
            <a:ext cx="10411991" cy="3586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771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Data Analysis and Forecasting Approach</vt:lpstr>
      <vt:lpstr>Summary</vt:lpstr>
      <vt:lpstr>Observations </vt:lpstr>
      <vt:lpstr>Monthly Aggregate Consumption –220 KV SS</vt:lpstr>
      <vt:lpstr>Monthly Aggregates based on Revenues</vt:lpstr>
      <vt:lpstr>Comparison between 220 kV load and Monthly data</vt:lpstr>
      <vt:lpstr>Agricultural Load Impact on Total Load</vt:lpstr>
      <vt:lpstr>Correlation Matrix – Features Importance</vt:lpstr>
      <vt:lpstr>Forecasting Approach</vt:lpstr>
      <vt:lpstr>Methodology</vt:lpstr>
      <vt:lpstr>Forecasting Loop → Evaluation → Outputs </vt:lpstr>
      <vt:lpstr>Total Load – Monthly Forecasts ( 3 years ahead)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2026-01-18T11:48:03Z</dcterms:created>
  <dcterms:modified xsi:type="dcterms:W3CDTF">2026-01-21T17:26:53Z</dcterms:modified>
</cp:coreProperties>
</file>